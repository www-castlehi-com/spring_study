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5"/>
  </p:notesMasterIdLst>
  <p:sldIdLst>
    <p:sldId id="256" r:id="rId2"/>
    <p:sldId id="317" r:id="rId3"/>
    <p:sldId id="318" r:id="rId4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6"/>
    </p:embeddedFont>
    <p:embeddedFont>
      <p:font typeface="Encode Sans Semi Condensed Light" panose="020B0600000101010101" charset="0"/>
      <p:regular r:id="rId7"/>
      <p:bold r:id="rId8"/>
    </p:embeddedFont>
    <p:embeddedFont>
      <p:font typeface="Encode Sans Semi Condensed SemiBold" panose="00000706000000000000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33F"/>
    <a:srgbClr val="6699FF"/>
    <a:srgbClr val="FF9900"/>
    <a:srgbClr val="99CCFF"/>
    <a:srgbClr val="0033CC"/>
    <a:srgbClr val="003399"/>
    <a:srgbClr val="0066FF"/>
    <a:srgbClr val="3333FF"/>
    <a:srgbClr val="6666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68427" autoAdjust="0"/>
  </p:normalViewPr>
  <p:slideViewPr>
    <p:cSldViewPr snapToGrid="0">
      <p:cViewPr varScale="1">
        <p:scale>
          <a:sx n="101" d="100"/>
          <a:sy n="101" d="100"/>
        </p:scale>
        <p:origin x="235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5653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6494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Testing</a:t>
            </a:r>
            <a:r>
              <a:rPr lang="ko-KR" altLang="en-US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endParaRPr lang="en-US" altLang="ko-KR" sz="4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602015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Testing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목적에 사용하기 위한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Publisher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이다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7446CBAA-9AC9-40E4-BF00-594B9922D70A}"/>
              </a:ext>
            </a:extLst>
          </p:cNvPr>
          <p:cNvSpPr txBox="1">
            <a:spLocks/>
          </p:cNvSpPr>
          <p:nvPr/>
        </p:nvSpPr>
        <p:spPr>
          <a:xfrm>
            <a:off x="1206100" y="2762642"/>
            <a:ext cx="7465202" cy="488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주로 특정한 상황을 재현하여 테스트하고 싶은 경우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사용할 수 있다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TestPublisher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를 이용한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Testing</a:t>
            </a:r>
            <a:endParaRPr lang="ko-KR" altLang="en-US"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253D6CE6-AD9E-4EAF-BC17-BF3A6C6445D1}"/>
              </a:ext>
            </a:extLst>
          </p:cNvPr>
          <p:cNvSpPr txBox="1">
            <a:spLocks/>
          </p:cNvSpPr>
          <p:nvPr/>
        </p:nvSpPr>
        <p:spPr>
          <a:xfrm>
            <a:off x="1206100" y="2182328"/>
            <a:ext cx="7465202" cy="4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개발자가 직접 프로그래밍을 통해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signal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발생시킬 수 있다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9" name="Google Shape;168;p16">
            <a:extLst>
              <a:ext uri="{FF2B5EF4-FFF2-40B4-BE49-F238E27FC236}">
                <a16:creationId xmlns:a16="http://schemas.microsoft.com/office/drawing/2014/main" id="{5AAC66D8-B2FA-47CF-8C6D-655F77AF20B8}"/>
              </a:ext>
            </a:extLst>
          </p:cNvPr>
          <p:cNvSpPr txBox="1">
            <a:spLocks/>
          </p:cNvSpPr>
          <p:nvPr/>
        </p:nvSpPr>
        <p:spPr>
          <a:xfrm>
            <a:off x="1206100" y="3408546"/>
            <a:ext cx="7465202" cy="488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리액티브 스트림즈 사양을 준수하는지의 여부를 테스트할 수 있다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811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7" grpId="0" uiExpand="1" build="p"/>
      <p:bldP spid="6" grpId="0" uiExpand="1" build="p"/>
      <p:bldP spid="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602014"/>
            <a:ext cx="7465202" cy="474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체인의 실행 경로를 검증할 수 있다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PublisherProbe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를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이용한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Testing</a:t>
            </a:r>
            <a:endParaRPr lang="ko-KR" altLang="en-US"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0" name="Google Shape;168;p16">
            <a:extLst>
              <a:ext uri="{FF2B5EF4-FFF2-40B4-BE49-F238E27FC236}">
                <a16:creationId xmlns:a16="http://schemas.microsoft.com/office/drawing/2014/main" id="{665EDD7C-215F-4185-A995-8EE216EA6880}"/>
              </a:ext>
            </a:extLst>
          </p:cNvPr>
          <p:cNvSpPr txBox="1">
            <a:spLocks/>
          </p:cNvSpPr>
          <p:nvPr/>
        </p:nvSpPr>
        <p:spPr>
          <a:xfrm>
            <a:off x="1206100" y="2279371"/>
            <a:ext cx="7465202" cy="76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주로 조건에 따른 분기로 인해서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Sequence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가 분기 되는 경우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실행 경로를 추적해서 정상적으로 실행이 되었는지 확인할 수 있다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12" name="Google Shape;168;p16">
            <a:extLst>
              <a:ext uri="{FF2B5EF4-FFF2-40B4-BE49-F238E27FC236}">
                <a16:creationId xmlns:a16="http://schemas.microsoft.com/office/drawing/2014/main" id="{7E3F50BE-6F39-4F31-B3B8-E8707447528E}"/>
              </a:ext>
            </a:extLst>
          </p:cNvPr>
          <p:cNvSpPr txBox="1">
            <a:spLocks/>
          </p:cNvSpPr>
          <p:nvPr/>
        </p:nvSpPr>
        <p:spPr>
          <a:xfrm>
            <a:off x="1206100" y="3248288"/>
            <a:ext cx="7465202" cy="672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해당 실행 경로대로 정상적으로 실행되었는지의 여부는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assertWasSubscribed(),  assertWasRequested(), assertWasCancelled()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통해 검증할 수 있다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 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306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0" grpId="0" uiExpand="1" build="p"/>
      <p:bldP spid="12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6943</TotalTime>
  <Words>101</Words>
  <Application>Microsoft Office PowerPoint</Application>
  <PresentationFormat>화면 슬라이드 쇼(16:9)</PresentationFormat>
  <Paragraphs>12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나눔스퀘어라운드 ExtraBold</vt:lpstr>
      <vt:lpstr>Arial</vt:lpstr>
      <vt:lpstr>Encode Sans Semi Condensed SemiBold</vt:lpstr>
      <vt:lpstr>Encode Sans Semi Condensed Light</vt:lpstr>
      <vt:lpstr>Ferdinand template</vt:lpstr>
      <vt:lpstr>Kevin의 알기 쉬운 </vt:lpstr>
      <vt:lpstr>TestPublisher를 이용한 Testing</vt:lpstr>
      <vt:lpstr>PublisherProbe를 이용한 Testing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 정식</cp:lastModifiedBy>
  <cp:revision>261</cp:revision>
  <dcterms:modified xsi:type="dcterms:W3CDTF">2023-06-02T13:46:13Z</dcterms:modified>
</cp:coreProperties>
</file>