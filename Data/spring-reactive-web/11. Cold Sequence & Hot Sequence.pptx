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294" r:id="rId3"/>
    <p:sldId id="296" r:id="rId4"/>
    <p:sldId id="284" r:id="rId5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  <p:embeddedFont>
      <p:font typeface="나눔고딕 ExtraBold" panose="020D0904000000000000" pitchFamily="50" charset="-127"/>
      <p:bold r:id="rId12"/>
    </p:embeddedFont>
    <p:embeddedFont>
      <p:font typeface="배달의민족 도현" panose="020B0600000101010101" pitchFamily="50" charset="-127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9900"/>
    <a:srgbClr val="003399"/>
    <a:srgbClr val="0066FF"/>
    <a:srgbClr val="3333FF"/>
    <a:srgbClr val="6699FF"/>
    <a:srgbClr val="6666FF"/>
    <a:srgbClr val="0099FF"/>
    <a:srgbClr val="99CCFF"/>
    <a:srgbClr val="6DB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73711" autoAdjust="0"/>
  </p:normalViewPr>
  <p:slideViewPr>
    <p:cSldViewPr snapToGrid="0">
      <p:cViewPr varScale="1">
        <p:scale>
          <a:sx n="111" d="100"/>
          <a:sy n="111" d="100"/>
        </p:scale>
        <p:origin x="147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490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079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Cold Sequenc</a:t>
            </a:r>
            <a:r>
              <a:rPr lang="ko-KR" altLang="en-US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와 </a:t>
            </a:r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Hot Sequence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Cold Sequence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FF4A35A-B2E9-4B94-A9B6-37C7541D0DDC}"/>
              </a:ext>
            </a:extLst>
          </p:cNvPr>
          <p:cNvSpPr>
            <a:spLocks/>
          </p:cNvSpPr>
          <p:nvPr/>
        </p:nvSpPr>
        <p:spPr>
          <a:xfrm>
            <a:off x="319664" y="1748286"/>
            <a:ext cx="1382616" cy="300199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2000">
                <a:ln w="0"/>
                <a:solidFill>
                  <a:srgbClr val="44546A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Cold</a:t>
            </a:r>
            <a:r>
              <a:rPr lang="en-US" altLang="ko-KR" sz="20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 Publisher</a:t>
            </a:r>
            <a:endParaRPr lang="ko-KR" altLang="en-US" sz="2000">
              <a:ln w="0"/>
              <a:solidFill>
                <a:srgbClr val="44546A"/>
              </a:solidFill>
              <a:effectLst/>
              <a:latin typeface="나눔스퀘어라운드 ExtraBold" panose="020B0600000101010101" charset="-127"/>
              <a:ea typeface="나눔스퀘어라운드 ExtraBold" panose="020B0600000101010101" charset="-127"/>
              <a:cs typeface="Microsoft Himalaya" panose="01010100010101010101" pitchFamily="2" charset="0"/>
            </a:endParaRPr>
          </a:p>
        </p:txBody>
      </p:sp>
      <p:sp>
        <p:nvSpPr>
          <p:cNvPr id="72" name="말풍선: 모서리가 둥근 사각형 71">
            <a:extLst>
              <a:ext uri="{FF2B5EF4-FFF2-40B4-BE49-F238E27FC236}">
                <a16:creationId xmlns:a16="http://schemas.microsoft.com/office/drawing/2014/main" id="{3A53F2F8-B222-4CFE-BD8B-D502BDFC8D74}"/>
              </a:ext>
            </a:extLst>
          </p:cNvPr>
          <p:cNvSpPr/>
          <p:nvPr/>
        </p:nvSpPr>
        <p:spPr>
          <a:xfrm>
            <a:off x="272885" y="1972440"/>
            <a:ext cx="1520637" cy="570421"/>
          </a:xfrm>
          <a:prstGeom prst="wedgeRoundRectCallout">
            <a:avLst>
              <a:gd name="adj1" fmla="val -16417"/>
              <a:gd name="adj2" fmla="val 12481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ko-KR" altLang="en-US" sz="900" b="1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즉</a:t>
            </a:r>
            <a:r>
              <a:rPr lang="en-US" altLang="ko-KR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, </a:t>
            </a:r>
            <a:r>
              <a:rPr lang="en-US" altLang="ko-KR" sz="900">
                <a:ln w="0"/>
                <a:solidFill>
                  <a:srgbClr val="44546A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Subscriber</a:t>
            </a:r>
            <a:r>
              <a:rPr lang="ko-KR" altLang="en-US" sz="900">
                <a:ln w="0"/>
                <a:solidFill>
                  <a:srgbClr val="44546A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가 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 구</a:t>
            </a:r>
            <a:r>
              <a:rPr lang="ko-KR" altLang="en-US" sz="900" b="1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독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할 때</a:t>
            </a:r>
            <a:r>
              <a:rPr lang="ko-KR" altLang="en-US" sz="900" b="1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마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다 </a:t>
            </a:r>
            <a:r>
              <a:rPr lang="ko-KR" altLang="en-US" sz="900" b="1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타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임라인의 처음부터 </a:t>
            </a:r>
            <a:r>
              <a:rPr lang="en-US" altLang="ko-KR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emit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된 모든 데이터를 </a:t>
            </a:r>
            <a:r>
              <a:rPr lang="ko-KR" altLang="en-US" sz="900" b="1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받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을 수 있다 </a:t>
            </a:r>
            <a:endParaRPr lang="ko-KR" altLang="en-US" sz="900" dirty="0">
              <a:ln w="0"/>
              <a:solidFill>
                <a:srgbClr val="44546A"/>
              </a:solidFill>
              <a:effectLst/>
              <a:latin typeface="나눔스퀘어라운드 ExtraBold" panose="020B0600000101010101" charset="-127"/>
              <a:ea typeface="나눔스퀘어라운드 ExtraBold" panose="020B0600000101010101" charset="-127"/>
              <a:cs typeface="Microsoft Himalaya" panose="01010100010101010101" pitchFamily="2" charset="0"/>
            </a:endParaRP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C49850B-B67D-47D5-B824-BDE7B3FBC2D8}"/>
              </a:ext>
            </a:extLst>
          </p:cNvPr>
          <p:cNvGrpSpPr/>
          <p:nvPr/>
        </p:nvGrpSpPr>
        <p:grpSpPr>
          <a:xfrm>
            <a:off x="1819035" y="1714619"/>
            <a:ext cx="6558015" cy="1483440"/>
            <a:chOff x="1819035" y="1714619"/>
            <a:chExt cx="6558015" cy="148344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D8FE8D5-BFB5-4211-9896-ABBC9AEABE65}"/>
                </a:ext>
              </a:extLst>
            </p:cNvPr>
            <p:cNvSpPr txBox="1"/>
            <p:nvPr/>
          </p:nvSpPr>
          <p:spPr>
            <a:xfrm>
              <a:off x="1819035" y="2951838"/>
              <a:ext cx="872401" cy="24622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Subscriber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C3467E20-5B0D-4BDB-B779-D685A57F1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5235" y="1877705"/>
              <a:ext cx="0" cy="104377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198BAA65-8B09-401E-8AF3-17B81504B49D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35" y="2694339"/>
              <a:ext cx="65580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4595FDBE-B7DB-48B0-9361-6ADDE1A11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93020" y="2566715"/>
              <a:ext cx="0" cy="2852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5B7E011B-DFCB-4F57-A708-55F681FAD6CD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35" y="1877705"/>
              <a:ext cx="65580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1D661ACF-0A7C-41BC-BE3E-691E1B54D311}"/>
                </a:ext>
              </a:extLst>
            </p:cNvPr>
            <p:cNvCxnSpPr>
              <a:cxnSpLocks/>
            </p:cNvCxnSpPr>
            <p:nvPr/>
          </p:nvCxnSpPr>
          <p:spPr>
            <a:xfrm>
              <a:off x="8193020" y="1750081"/>
              <a:ext cx="0" cy="2852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B1AC8B8-9FB2-4D61-9FC0-D4FC8C1F8E0E}"/>
                </a:ext>
              </a:extLst>
            </p:cNvPr>
            <p:cNvSpPr txBox="1"/>
            <p:nvPr/>
          </p:nvSpPr>
          <p:spPr>
            <a:xfrm>
              <a:off x="2088458" y="2448536"/>
              <a:ext cx="872401" cy="21544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subscribe</a:t>
              </a:r>
              <a:endParaRPr lang="ko-KR" altLang="en-US" sz="8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D0378642-A28B-4D3C-AA57-26F23841106F}"/>
                </a:ext>
              </a:extLst>
            </p:cNvPr>
            <p:cNvGrpSpPr/>
            <p:nvPr/>
          </p:nvGrpSpPr>
          <p:grpSpPr>
            <a:xfrm>
              <a:off x="2845107" y="1714619"/>
              <a:ext cx="352372" cy="1137306"/>
              <a:chOff x="2845107" y="1714619"/>
              <a:chExt cx="352372" cy="1137306"/>
            </a:xfrm>
          </p:grpSpPr>
          <p:sp>
            <p:nvSpPr>
              <p:cNvPr id="120" name="순서도: 연결자 119">
                <a:extLst>
                  <a:ext uri="{FF2B5EF4-FFF2-40B4-BE49-F238E27FC236}">
                    <a16:creationId xmlns:a16="http://schemas.microsoft.com/office/drawing/2014/main" id="{D5A714F5-18D1-4701-AB78-E782DC002A4F}"/>
                  </a:ext>
                </a:extLst>
              </p:cNvPr>
              <p:cNvSpPr/>
              <p:nvPr/>
            </p:nvSpPr>
            <p:spPr>
              <a:xfrm>
                <a:off x="2845107" y="1714619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0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/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800">
                  <a:ln w="0"/>
                  <a:solidFill>
                    <a:schemeClr val="tx1"/>
                  </a:solidFill>
                  <a:effectLst/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24" name="순서도: 연결자 123">
                <a:extLst>
                  <a:ext uri="{FF2B5EF4-FFF2-40B4-BE49-F238E27FC236}">
                    <a16:creationId xmlns:a16="http://schemas.microsoft.com/office/drawing/2014/main" id="{6C493DDF-0373-4627-8236-C3BF5963EA68}"/>
                  </a:ext>
                </a:extLst>
              </p:cNvPr>
              <p:cNvSpPr/>
              <p:nvPr/>
            </p:nvSpPr>
            <p:spPr>
              <a:xfrm>
                <a:off x="2845107" y="2548970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0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/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800">
                  <a:ln w="0"/>
                  <a:solidFill>
                    <a:schemeClr val="tx1"/>
                  </a:solidFill>
                  <a:effectLst/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28" name="직선 화살표 연결선 127">
                <a:extLst>
                  <a:ext uri="{FF2B5EF4-FFF2-40B4-BE49-F238E27FC236}">
                    <a16:creationId xmlns:a16="http://schemas.microsoft.com/office/drawing/2014/main" id="{C9ECE3B1-5EC6-413A-98BA-5F00B4F18759}"/>
                  </a:ext>
                </a:extLst>
              </p:cNvPr>
              <p:cNvCxnSpPr>
                <a:cxnSpLocks/>
                <a:stCxn id="120" idx="4"/>
                <a:endCxn id="124" idx="0"/>
              </p:cNvCxnSpPr>
              <p:nvPr/>
            </p:nvCxnSpPr>
            <p:spPr>
              <a:xfrm>
                <a:off x="3021293" y="2017574"/>
                <a:ext cx="0" cy="53139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57ABE55F-1C4F-451A-8628-11A2ACD6F0DA}"/>
                </a:ext>
              </a:extLst>
            </p:cNvPr>
            <p:cNvGrpSpPr/>
            <p:nvPr/>
          </p:nvGrpSpPr>
          <p:grpSpPr>
            <a:xfrm>
              <a:off x="4154333" y="1714619"/>
              <a:ext cx="352372" cy="1131197"/>
              <a:chOff x="4181006" y="1714619"/>
              <a:chExt cx="352372" cy="1131197"/>
            </a:xfrm>
          </p:grpSpPr>
          <p:sp>
            <p:nvSpPr>
              <p:cNvPr id="121" name="순서도: 연결자 120">
                <a:extLst>
                  <a:ext uri="{FF2B5EF4-FFF2-40B4-BE49-F238E27FC236}">
                    <a16:creationId xmlns:a16="http://schemas.microsoft.com/office/drawing/2014/main" id="{2CAE9C33-0A8D-47E2-A90D-852EF4D87115}"/>
                  </a:ext>
                </a:extLst>
              </p:cNvPr>
              <p:cNvSpPr/>
              <p:nvPr/>
            </p:nvSpPr>
            <p:spPr>
              <a:xfrm>
                <a:off x="4181006" y="1714619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0033CC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25" name="순서도: 연결자 124">
                <a:extLst>
                  <a:ext uri="{FF2B5EF4-FFF2-40B4-BE49-F238E27FC236}">
                    <a16:creationId xmlns:a16="http://schemas.microsoft.com/office/drawing/2014/main" id="{66DCBC21-1B48-4729-8172-D13831794F12}"/>
                  </a:ext>
                </a:extLst>
              </p:cNvPr>
              <p:cNvSpPr/>
              <p:nvPr/>
            </p:nvSpPr>
            <p:spPr>
              <a:xfrm>
                <a:off x="4181006" y="2542861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0033CC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31" name="직선 화살표 연결선 130">
                <a:extLst>
                  <a:ext uri="{FF2B5EF4-FFF2-40B4-BE49-F238E27FC236}">
                    <a16:creationId xmlns:a16="http://schemas.microsoft.com/office/drawing/2014/main" id="{FC028CF1-A0A7-4B33-8FE1-BCA8C43B63C2}"/>
                  </a:ext>
                </a:extLst>
              </p:cNvPr>
              <p:cNvCxnSpPr>
                <a:cxnSpLocks/>
                <a:stCxn id="121" idx="4"/>
                <a:endCxn id="125" idx="0"/>
              </p:cNvCxnSpPr>
              <p:nvPr/>
            </p:nvCxnSpPr>
            <p:spPr>
              <a:xfrm>
                <a:off x="4357192" y="2017574"/>
                <a:ext cx="0" cy="5252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B9A3A100-2933-453B-B556-6512CDB48FF4}"/>
                </a:ext>
              </a:extLst>
            </p:cNvPr>
            <p:cNvGrpSpPr/>
            <p:nvPr/>
          </p:nvGrpSpPr>
          <p:grpSpPr>
            <a:xfrm>
              <a:off x="5463559" y="1714619"/>
              <a:ext cx="352372" cy="1136849"/>
              <a:chOff x="5352548" y="1714619"/>
              <a:chExt cx="352372" cy="1136849"/>
            </a:xfrm>
          </p:grpSpPr>
          <p:sp>
            <p:nvSpPr>
              <p:cNvPr id="122" name="순서도: 연결자 121">
                <a:extLst>
                  <a:ext uri="{FF2B5EF4-FFF2-40B4-BE49-F238E27FC236}">
                    <a16:creationId xmlns:a16="http://schemas.microsoft.com/office/drawing/2014/main" id="{73B0A206-3B39-4A9F-B0AB-2FB88DAF84DD}"/>
                  </a:ext>
                </a:extLst>
              </p:cNvPr>
              <p:cNvSpPr/>
              <p:nvPr/>
            </p:nvSpPr>
            <p:spPr>
              <a:xfrm>
                <a:off x="5352548" y="1714619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26" name="순서도: 연결자 125">
                <a:extLst>
                  <a:ext uri="{FF2B5EF4-FFF2-40B4-BE49-F238E27FC236}">
                    <a16:creationId xmlns:a16="http://schemas.microsoft.com/office/drawing/2014/main" id="{D412BD1F-D31D-43F1-86D9-54F2AC37DDF4}"/>
                  </a:ext>
                </a:extLst>
              </p:cNvPr>
              <p:cNvSpPr/>
              <p:nvPr/>
            </p:nvSpPr>
            <p:spPr>
              <a:xfrm>
                <a:off x="5352548" y="2548513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34" name="직선 화살표 연결선 133">
                <a:extLst>
                  <a:ext uri="{FF2B5EF4-FFF2-40B4-BE49-F238E27FC236}">
                    <a16:creationId xmlns:a16="http://schemas.microsoft.com/office/drawing/2014/main" id="{4B6BC0E9-A203-4D5B-934D-DCEA66E27C6D}"/>
                  </a:ext>
                </a:extLst>
              </p:cNvPr>
              <p:cNvCxnSpPr>
                <a:cxnSpLocks/>
                <a:stCxn id="122" idx="4"/>
                <a:endCxn id="126" idx="0"/>
              </p:cNvCxnSpPr>
              <p:nvPr/>
            </p:nvCxnSpPr>
            <p:spPr>
              <a:xfrm>
                <a:off x="5528734" y="2017574"/>
                <a:ext cx="0" cy="53093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FAD72C21-AF51-4747-9C59-0B207A61C722}"/>
                </a:ext>
              </a:extLst>
            </p:cNvPr>
            <p:cNvGrpSpPr/>
            <p:nvPr/>
          </p:nvGrpSpPr>
          <p:grpSpPr>
            <a:xfrm>
              <a:off x="6772784" y="1714619"/>
              <a:ext cx="352372" cy="1155051"/>
              <a:chOff x="6594352" y="1714619"/>
              <a:chExt cx="352372" cy="1155051"/>
            </a:xfrm>
          </p:grpSpPr>
          <p:sp>
            <p:nvSpPr>
              <p:cNvPr id="123" name="순서도: 연결자 122">
                <a:extLst>
                  <a:ext uri="{FF2B5EF4-FFF2-40B4-BE49-F238E27FC236}">
                    <a16:creationId xmlns:a16="http://schemas.microsoft.com/office/drawing/2014/main" id="{F3B1220E-9423-47E7-A7A3-ABFEF39D5E15}"/>
                  </a:ext>
                </a:extLst>
              </p:cNvPr>
              <p:cNvSpPr/>
              <p:nvPr/>
            </p:nvSpPr>
            <p:spPr>
              <a:xfrm>
                <a:off x="6594352" y="1714619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C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27" name="순서도: 연결자 126">
                <a:extLst>
                  <a:ext uri="{FF2B5EF4-FFF2-40B4-BE49-F238E27FC236}">
                    <a16:creationId xmlns:a16="http://schemas.microsoft.com/office/drawing/2014/main" id="{2703F162-2345-49B4-B4A3-A69EA122B02F}"/>
                  </a:ext>
                </a:extLst>
              </p:cNvPr>
              <p:cNvSpPr/>
              <p:nvPr/>
            </p:nvSpPr>
            <p:spPr>
              <a:xfrm>
                <a:off x="6594352" y="2566715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C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37" name="직선 화살표 연결선 136">
                <a:extLst>
                  <a:ext uri="{FF2B5EF4-FFF2-40B4-BE49-F238E27FC236}">
                    <a16:creationId xmlns:a16="http://schemas.microsoft.com/office/drawing/2014/main" id="{9845C2D5-284D-4EFE-A958-76FBDEF43CC1}"/>
                  </a:ext>
                </a:extLst>
              </p:cNvPr>
              <p:cNvCxnSpPr>
                <a:cxnSpLocks/>
                <a:stCxn id="123" idx="4"/>
                <a:endCxn id="127" idx="0"/>
              </p:cNvCxnSpPr>
              <p:nvPr/>
            </p:nvCxnSpPr>
            <p:spPr>
              <a:xfrm>
                <a:off x="6770538" y="2017574"/>
                <a:ext cx="0" cy="5491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E921595A-7561-4C00-A0E4-9DF978E2B1BC}"/>
              </a:ext>
            </a:extLst>
          </p:cNvPr>
          <p:cNvGrpSpPr/>
          <p:nvPr/>
        </p:nvGrpSpPr>
        <p:grpSpPr>
          <a:xfrm>
            <a:off x="1819035" y="3330142"/>
            <a:ext cx="6558015" cy="1484390"/>
            <a:chOff x="1819035" y="3330142"/>
            <a:chExt cx="6558015" cy="1484390"/>
          </a:xfrm>
        </p:grpSpPr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AEA479F0-F167-41FB-8AD2-BAD04220376A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35" y="4310355"/>
              <a:ext cx="65580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C8C95B46-2EF9-4CF7-8756-1950097339B2}"/>
                </a:ext>
              </a:extLst>
            </p:cNvPr>
            <p:cNvCxnSpPr>
              <a:cxnSpLocks/>
            </p:cNvCxnSpPr>
            <p:nvPr/>
          </p:nvCxnSpPr>
          <p:spPr>
            <a:xfrm>
              <a:off x="8193020" y="4182731"/>
              <a:ext cx="0" cy="2852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0708EDC3-B53A-4C3F-A4C6-A05AA88C7CFD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35" y="3493721"/>
              <a:ext cx="65580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14D0D72D-64A3-4420-AE2E-63628FD8CC57}"/>
                </a:ext>
              </a:extLst>
            </p:cNvPr>
            <p:cNvCxnSpPr>
              <a:cxnSpLocks/>
            </p:cNvCxnSpPr>
            <p:nvPr/>
          </p:nvCxnSpPr>
          <p:spPr>
            <a:xfrm>
              <a:off x="8193020" y="3366097"/>
              <a:ext cx="0" cy="2852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29D9D3B7-3401-40E9-9A01-D9DEFBD7550C}"/>
                </a:ext>
              </a:extLst>
            </p:cNvPr>
            <p:cNvGrpSpPr/>
            <p:nvPr/>
          </p:nvGrpSpPr>
          <p:grpSpPr>
            <a:xfrm>
              <a:off x="4097254" y="3330142"/>
              <a:ext cx="352372" cy="1137306"/>
              <a:chOff x="3734629" y="3330142"/>
              <a:chExt cx="352372" cy="1137306"/>
            </a:xfrm>
          </p:grpSpPr>
          <p:sp>
            <p:nvSpPr>
              <p:cNvPr id="140" name="순서도: 연결자 139">
                <a:extLst>
                  <a:ext uri="{FF2B5EF4-FFF2-40B4-BE49-F238E27FC236}">
                    <a16:creationId xmlns:a16="http://schemas.microsoft.com/office/drawing/2014/main" id="{EF32FCB7-31A9-4F03-BED0-BF786B65D704}"/>
                  </a:ext>
                </a:extLst>
              </p:cNvPr>
              <p:cNvSpPr/>
              <p:nvPr/>
            </p:nvSpPr>
            <p:spPr>
              <a:xfrm>
                <a:off x="3734629" y="3330142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0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/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800">
                  <a:ln w="0"/>
                  <a:solidFill>
                    <a:schemeClr val="tx1"/>
                  </a:solidFill>
                  <a:effectLst/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44" name="순서도: 연결자 143">
                <a:extLst>
                  <a:ext uri="{FF2B5EF4-FFF2-40B4-BE49-F238E27FC236}">
                    <a16:creationId xmlns:a16="http://schemas.microsoft.com/office/drawing/2014/main" id="{1C86F9BD-3F36-4ED3-92AB-A901D3430018}"/>
                  </a:ext>
                </a:extLst>
              </p:cNvPr>
              <p:cNvSpPr/>
              <p:nvPr/>
            </p:nvSpPr>
            <p:spPr>
              <a:xfrm>
                <a:off x="3734629" y="4164493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0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/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800">
                  <a:ln w="0"/>
                  <a:solidFill>
                    <a:schemeClr val="tx1"/>
                  </a:solidFill>
                  <a:effectLst/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48" name="직선 화살표 연결선 147">
                <a:extLst>
                  <a:ext uri="{FF2B5EF4-FFF2-40B4-BE49-F238E27FC236}">
                    <a16:creationId xmlns:a16="http://schemas.microsoft.com/office/drawing/2014/main" id="{915F1371-7785-460C-96E1-7D2E74D07B07}"/>
                  </a:ext>
                </a:extLst>
              </p:cNvPr>
              <p:cNvCxnSpPr>
                <a:cxnSpLocks/>
                <a:stCxn id="140" idx="4"/>
                <a:endCxn id="144" idx="0"/>
              </p:cNvCxnSpPr>
              <p:nvPr/>
            </p:nvCxnSpPr>
            <p:spPr>
              <a:xfrm>
                <a:off x="3910815" y="3633097"/>
                <a:ext cx="0" cy="53139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4FFCD033-C4EC-45BB-9B60-2EE93C4F051B}"/>
                </a:ext>
              </a:extLst>
            </p:cNvPr>
            <p:cNvGrpSpPr/>
            <p:nvPr/>
          </p:nvGrpSpPr>
          <p:grpSpPr>
            <a:xfrm>
              <a:off x="5226127" y="3330142"/>
              <a:ext cx="352372" cy="1131197"/>
              <a:chOff x="5070528" y="3330142"/>
              <a:chExt cx="352372" cy="1131197"/>
            </a:xfrm>
          </p:grpSpPr>
          <p:sp>
            <p:nvSpPr>
              <p:cNvPr id="141" name="순서도: 연결자 140">
                <a:extLst>
                  <a:ext uri="{FF2B5EF4-FFF2-40B4-BE49-F238E27FC236}">
                    <a16:creationId xmlns:a16="http://schemas.microsoft.com/office/drawing/2014/main" id="{639D97DD-3E6E-4F59-AB5E-541D2FD1A3EF}"/>
                  </a:ext>
                </a:extLst>
              </p:cNvPr>
              <p:cNvSpPr/>
              <p:nvPr/>
            </p:nvSpPr>
            <p:spPr>
              <a:xfrm>
                <a:off x="5070528" y="3330142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0033CC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45" name="순서도: 연결자 144">
                <a:extLst>
                  <a:ext uri="{FF2B5EF4-FFF2-40B4-BE49-F238E27FC236}">
                    <a16:creationId xmlns:a16="http://schemas.microsoft.com/office/drawing/2014/main" id="{7EE15655-3B70-4B33-BF64-218C8935C24E}"/>
                  </a:ext>
                </a:extLst>
              </p:cNvPr>
              <p:cNvSpPr/>
              <p:nvPr/>
            </p:nvSpPr>
            <p:spPr>
              <a:xfrm>
                <a:off x="5070528" y="4158384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0033CC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49" name="직선 화살표 연결선 148">
                <a:extLst>
                  <a:ext uri="{FF2B5EF4-FFF2-40B4-BE49-F238E27FC236}">
                    <a16:creationId xmlns:a16="http://schemas.microsoft.com/office/drawing/2014/main" id="{C578644C-0D81-4994-A871-8CFAA229D8ED}"/>
                  </a:ext>
                </a:extLst>
              </p:cNvPr>
              <p:cNvCxnSpPr>
                <a:cxnSpLocks/>
                <a:stCxn id="141" idx="4"/>
                <a:endCxn id="145" idx="0"/>
              </p:cNvCxnSpPr>
              <p:nvPr/>
            </p:nvCxnSpPr>
            <p:spPr>
              <a:xfrm>
                <a:off x="5246714" y="3633097"/>
                <a:ext cx="0" cy="5252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FB719FCC-723F-4894-A6AD-98287A7100FA}"/>
                </a:ext>
              </a:extLst>
            </p:cNvPr>
            <p:cNvGrpSpPr/>
            <p:nvPr/>
          </p:nvGrpSpPr>
          <p:grpSpPr>
            <a:xfrm>
              <a:off x="6355000" y="3330142"/>
              <a:ext cx="352372" cy="1136849"/>
              <a:chOff x="6242070" y="3330142"/>
              <a:chExt cx="352372" cy="1136849"/>
            </a:xfrm>
          </p:grpSpPr>
          <p:sp>
            <p:nvSpPr>
              <p:cNvPr id="142" name="순서도: 연결자 141">
                <a:extLst>
                  <a:ext uri="{FF2B5EF4-FFF2-40B4-BE49-F238E27FC236}">
                    <a16:creationId xmlns:a16="http://schemas.microsoft.com/office/drawing/2014/main" id="{F31B410B-D6B4-457D-8E33-C5852B6C9E07}"/>
                  </a:ext>
                </a:extLst>
              </p:cNvPr>
              <p:cNvSpPr/>
              <p:nvPr/>
            </p:nvSpPr>
            <p:spPr>
              <a:xfrm>
                <a:off x="6242070" y="3330142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46" name="순서도: 연결자 145">
                <a:extLst>
                  <a:ext uri="{FF2B5EF4-FFF2-40B4-BE49-F238E27FC236}">
                    <a16:creationId xmlns:a16="http://schemas.microsoft.com/office/drawing/2014/main" id="{A8B8A4A3-C35E-4067-82F8-BE70C1F7743F}"/>
                  </a:ext>
                </a:extLst>
              </p:cNvPr>
              <p:cNvSpPr/>
              <p:nvPr/>
            </p:nvSpPr>
            <p:spPr>
              <a:xfrm>
                <a:off x="6242070" y="4164036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50" name="직선 화살표 연결선 149">
                <a:extLst>
                  <a:ext uri="{FF2B5EF4-FFF2-40B4-BE49-F238E27FC236}">
                    <a16:creationId xmlns:a16="http://schemas.microsoft.com/office/drawing/2014/main" id="{CCE7F5DB-6060-43BA-9563-F148CC52B42F}"/>
                  </a:ext>
                </a:extLst>
              </p:cNvPr>
              <p:cNvCxnSpPr>
                <a:cxnSpLocks/>
                <a:stCxn id="142" idx="4"/>
                <a:endCxn id="146" idx="0"/>
              </p:cNvCxnSpPr>
              <p:nvPr/>
            </p:nvCxnSpPr>
            <p:spPr>
              <a:xfrm>
                <a:off x="6418256" y="3633097"/>
                <a:ext cx="0" cy="53093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22171E3B-FE06-4DE0-AB24-D25B90F07D13}"/>
                </a:ext>
              </a:extLst>
            </p:cNvPr>
            <p:cNvGrpSpPr/>
            <p:nvPr/>
          </p:nvGrpSpPr>
          <p:grpSpPr>
            <a:xfrm>
              <a:off x="7483874" y="3330142"/>
              <a:ext cx="352372" cy="1155051"/>
              <a:chOff x="7483874" y="3330142"/>
              <a:chExt cx="352372" cy="1155051"/>
            </a:xfrm>
          </p:grpSpPr>
          <p:sp>
            <p:nvSpPr>
              <p:cNvPr id="143" name="순서도: 연결자 142">
                <a:extLst>
                  <a:ext uri="{FF2B5EF4-FFF2-40B4-BE49-F238E27FC236}">
                    <a16:creationId xmlns:a16="http://schemas.microsoft.com/office/drawing/2014/main" id="{CA1B35A4-538C-4E8E-850D-A99C492D6290}"/>
                  </a:ext>
                </a:extLst>
              </p:cNvPr>
              <p:cNvSpPr/>
              <p:nvPr/>
            </p:nvSpPr>
            <p:spPr>
              <a:xfrm>
                <a:off x="7483874" y="3330142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C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47" name="순서도: 연결자 146">
                <a:extLst>
                  <a:ext uri="{FF2B5EF4-FFF2-40B4-BE49-F238E27FC236}">
                    <a16:creationId xmlns:a16="http://schemas.microsoft.com/office/drawing/2014/main" id="{9F9868E7-DD70-4CAF-AF28-0BD128959FCC}"/>
                  </a:ext>
                </a:extLst>
              </p:cNvPr>
              <p:cNvSpPr/>
              <p:nvPr/>
            </p:nvSpPr>
            <p:spPr>
              <a:xfrm>
                <a:off x="7483874" y="4182238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C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51" name="직선 화살표 연결선 150">
                <a:extLst>
                  <a:ext uri="{FF2B5EF4-FFF2-40B4-BE49-F238E27FC236}">
                    <a16:creationId xmlns:a16="http://schemas.microsoft.com/office/drawing/2014/main" id="{6D376137-6B23-464A-AF90-0C7F40BD92E1}"/>
                  </a:ext>
                </a:extLst>
              </p:cNvPr>
              <p:cNvCxnSpPr>
                <a:cxnSpLocks/>
                <a:stCxn id="143" idx="4"/>
                <a:endCxn id="147" idx="0"/>
              </p:cNvCxnSpPr>
              <p:nvPr/>
            </p:nvCxnSpPr>
            <p:spPr>
              <a:xfrm>
                <a:off x="7660060" y="3633097"/>
                <a:ext cx="0" cy="5491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C92A14F5-2FFE-4A9C-B4A9-6B423D10C7B8}"/>
                </a:ext>
              </a:extLst>
            </p:cNvPr>
            <p:cNvSpPr txBox="1"/>
            <p:nvPr/>
          </p:nvSpPr>
          <p:spPr>
            <a:xfrm>
              <a:off x="2951874" y="4568311"/>
              <a:ext cx="872401" cy="24622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Subscriber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86FB16E5-1561-49C4-9375-3127CE07C7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8074" y="3494178"/>
              <a:ext cx="0" cy="104377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BB416C69-9D8C-4277-9178-FD8106167919}"/>
                </a:ext>
              </a:extLst>
            </p:cNvPr>
            <p:cNvSpPr txBox="1"/>
            <p:nvPr/>
          </p:nvSpPr>
          <p:spPr>
            <a:xfrm>
              <a:off x="3221297" y="4065009"/>
              <a:ext cx="872401" cy="21544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subscribe</a:t>
              </a:r>
              <a:endParaRPr lang="ko-KR" altLang="en-US" sz="8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154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Hot Sequence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FF4A35A-B2E9-4B94-A9B6-37C7541D0DDC}"/>
              </a:ext>
            </a:extLst>
          </p:cNvPr>
          <p:cNvSpPr>
            <a:spLocks/>
          </p:cNvSpPr>
          <p:nvPr/>
        </p:nvSpPr>
        <p:spPr>
          <a:xfrm>
            <a:off x="319664" y="1748286"/>
            <a:ext cx="1382616" cy="300199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2000">
                <a:ln w="0"/>
                <a:solidFill>
                  <a:srgbClr val="44546A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Hot</a:t>
            </a:r>
            <a:r>
              <a:rPr lang="en-US" altLang="ko-KR" sz="20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 Publisher</a:t>
            </a:r>
            <a:endParaRPr lang="ko-KR" altLang="en-US" sz="2000">
              <a:ln w="0"/>
              <a:solidFill>
                <a:srgbClr val="44546A"/>
              </a:solidFill>
              <a:effectLst/>
              <a:latin typeface="나눔스퀘어라운드 ExtraBold" panose="020B0600000101010101" charset="-127"/>
              <a:ea typeface="나눔스퀘어라운드 ExtraBold" panose="020B0600000101010101" charset="-127"/>
              <a:cs typeface="Microsoft Himalaya" panose="01010100010101010101" pitchFamily="2" charset="0"/>
            </a:endParaRPr>
          </a:p>
        </p:txBody>
      </p:sp>
      <p:sp>
        <p:nvSpPr>
          <p:cNvPr id="72" name="말풍선: 모서리가 둥근 사각형 71">
            <a:extLst>
              <a:ext uri="{FF2B5EF4-FFF2-40B4-BE49-F238E27FC236}">
                <a16:creationId xmlns:a16="http://schemas.microsoft.com/office/drawing/2014/main" id="{3A53F2F8-B222-4CFE-BD8B-D502BDFC8D74}"/>
              </a:ext>
            </a:extLst>
          </p:cNvPr>
          <p:cNvSpPr/>
          <p:nvPr/>
        </p:nvSpPr>
        <p:spPr>
          <a:xfrm>
            <a:off x="272885" y="1972440"/>
            <a:ext cx="1520637" cy="570421"/>
          </a:xfrm>
          <a:prstGeom prst="wedgeRoundRectCallout">
            <a:avLst>
              <a:gd name="adj1" fmla="val -16417"/>
              <a:gd name="adj2" fmla="val 12481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ko-KR" altLang="en-US" sz="900" b="1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즉</a:t>
            </a:r>
            <a:r>
              <a:rPr lang="en-US" altLang="ko-KR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, </a:t>
            </a:r>
            <a:r>
              <a:rPr lang="en-US" altLang="ko-KR" sz="900">
                <a:ln w="0"/>
                <a:solidFill>
                  <a:srgbClr val="44546A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Subscriber</a:t>
            </a:r>
            <a:r>
              <a:rPr lang="ko-KR" altLang="en-US" sz="900">
                <a:ln w="0"/>
                <a:solidFill>
                  <a:srgbClr val="44546A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가 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 구</a:t>
            </a:r>
            <a:r>
              <a:rPr lang="ko-KR" altLang="en-US" sz="900" b="1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독</a:t>
            </a:r>
            <a:r>
              <a:rPr lang="ko-KR" altLang="en-US" sz="900" b="1">
                <a:ln w="0"/>
                <a:solidFill>
                  <a:srgbClr val="44546A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한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 시점의 </a:t>
            </a:r>
            <a:r>
              <a:rPr lang="ko-KR" altLang="en-US" sz="900" b="1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타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임라인부터 </a:t>
            </a:r>
            <a:r>
              <a:rPr lang="en-US" altLang="ko-KR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emit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된 데이터를 </a:t>
            </a:r>
            <a:r>
              <a:rPr lang="ko-KR" altLang="en-US" sz="900" b="1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받</a:t>
            </a:r>
            <a:r>
              <a:rPr lang="ko-KR" altLang="en-US" sz="9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rPr>
              <a:t>을 수 있다 </a:t>
            </a:r>
            <a:endParaRPr lang="ko-KR" altLang="en-US" sz="900" dirty="0">
              <a:ln w="0"/>
              <a:solidFill>
                <a:srgbClr val="44546A"/>
              </a:solidFill>
              <a:effectLst/>
              <a:latin typeface="나눔스퀘어라운드 ExtraBold" panose="020B0600000101010101" charset="-127"/>
              <a:ea typeface="나눔스퀘어라운드 ExtraBold" panose="020B0600000101010101" charset="-127"/>
              <a:cs typeface="Microsoft Himalaya" panose="01010100010101010101" pitchFamily="2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4B6B22D-4776-4B69-807F-B1172C2BEA93}"/>
              </a:ext>
            </a:extLst>
          </p:cNvPr>
          <p:cNvGrpSpPr/>
          <p:nvPr/>
        </p:nvGrpSpPr>
        <p:grpSpPr>
          <a:xfrm>
            <a:off x="1819035" y="2104677"/>
            <a:ext cx="6558015" cy="1483440"/>
            <a:chOff x="1819035" y="2104677"/>
            <a:chExt cx="6558015" cy="1483440"/>
          </a:xfrm>
        </p:grpSpPr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198BAA65-8B09-401E-8AF3-17B81504B49D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35" y="3084397"/>
              <a:ext cx="65580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4595FDBE-B7DB-48B0-9361-6ADDE1A111AF}"/>
                </a:ext>
              </a:extLst>
            </p:cNvPr>
            <p:cNvCxnSpPr>
              <a:cxnSpLocks/>
            </p:cNvCxnSpPr>
            <p:nvPr/>
          </p:nvCxnSpPr>
          <p:spPr>
            <a:xfrm>
              <a:off x="8193020" y="2956773"/>
              <a:ext cx="0" cy="2852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5B7E011B-DFCB-4F57-A708-55F681FAD6CD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35" y="2267763"/>
              <a:ext cx="65580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1D661ACF-0A7C-41BC-BE3E-691E1B54D311}"/>
                </a:ext>
              </a:extLst>
            </p:cNvPr>
            <p:cNvCxnSpPr>
              <a:cxnSpLocks/>
            </p:cNvCxnSpPr>
            <p:nvPr/>
          </p:nvCxnSpPr>
          <p:spPr>
            <a:xfrm>
              <a:off x="8193020" y="2140139"/>
              <a:ext cx="0" cy="2852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623A5D9F-9B76-4078-AA76-26B112356497}"/>
                </a:ext>
              </a:extLst>
            </p:cNvPr>
            <p:cNvGrpSpPr/>
            <p:nvPr/>
          </p:nvGrpSpPr>
          <p:grpSpPr>
            <a:xfrm>
              <a:off x="1819035" y="2267763"/>
              <a:ext cx="1141824" cy="1320354"/>
              <a:chOff x="1819035" y="2267763"/>
              <a:chExt cx="1141824" cy="1320354"/>
            </a:xfrm>
          </p:grpSpPr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D8FE8D5-BFB5-4211-9896-ABBC9AEABE65}"/>
                  </a:ext>
                </a:extLst>
              </p:cNvPr>
              <p:cNvSpPr txBox="1"/>
              <p:nvPr/>
            </p:nvSpPr>
            <p:spPr>
              <a:xfrm>
                <a:off x="1819035" y="3341896"/>
                <a:ext cx="872401" cy="24622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>
                    <a:latin typeface="나눔스퀘어라운드 ExtraBold" panose="020B0600000101010101" charset="-127"/>
                    <a:ea typeface="나눔스퀘어라운드 ExtraBold" panose="020B0600000101010101" charset="-127"/>
                  </a:rPr>
                  <a:t>Subscriber</a:t>
                </a:r>
                <a:endParaRPr lang="ko-KR" altLang="en-US" sz="1000">
                  <a:latin typeface="나눔스퀘어라운드 ExtraBold" panose="020B0600000101010101" charset="-127"/>
                  <a:ea typeface="나눔스퀘어라운드 ExtraBold" panose="020B0600000101010101" charset="-127"/>
                </a:endParaRPr>
              </a:p>
            </p:txBody>
          </p:sp>
          <p:cxnSp>
            <p:nvCxnSpPr>
              <p:cNvPr id="81" name="직선 화살표 연결선 80">
                <a:extLst>
                  <a:ext uri="{FF2B5EF4-FFF2-40B4-BE49-F238E27FC236}">
                    <a16:creationId xmlns:a16="http://schemas.microsoft.com/office/drawing/2014/main" id="{C3467E20-5B0D-4BDB-B779-D685A57F16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5235" y="2267763"/>
                <a:ext cx="0" cy="1043774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B1AC8B8-9FB2-4D61-9FC0-D4FC8C1F8E0E}"/>
                  </a:ext>
                </a:extLst>
              </p:cNvPr>
              <p:cNvSpPr txBox="1"/>
              <p:nvPr/>
            </p:nvSpPr>
            <p:spPr>
              <a:xfrm>
                <a:off x="2088458" y="2838594"/>
                <a:ext cx="872401" cy="215444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>
                    <a:latin typeface="나눔스퀘어라운드 ExtraBold" panose="020B0600000101010101" charset="-127"/>
                    <a:ea typeface="나눔스퀘어라운드 ExtraBold" panose="020B0600000101010101" charset="-127"/>
                  </a:rPr>
                  <a:t>subscribe</a:t>
                </a:r>
                <a:endParaRPr lang="ko-KR" altLang="en-US" sz="800">
                  <a:latin typeface="나눔스퀘어라운드 ExtraBold" panose="020B0600000101010101" charset="-127"/>
                  <a:ea typeface="나눔스퀘어라운드 ExtraBold" panose="020B0600000101010101" charset="-127"/>
                </a:endParaRPr>
              </a:p>
            </p:txBody>
          </p:sp>
        </p:grpSp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D0378642-A28B-4D3C-AA57-26F23841106F}"/>
                </a:ext>
              </a:extLst>
            </p:cNvPr>
            <p:cNvGrpSpPr/>
            <p:nvPr/>
          </p:nvGrpSpPr>
          <p:grpSpPr>
            <a:xfrm>
              <a:off x="2845107" y="2104677"/>
              <a:ext cx="352372" cy="1137306"/>
              <a:chOff x="2845107" y="1714619"/>
              <a:chExt cx="352372" cy="1137306"/>
            </a:xfrm>
          </p:grpSpPr>
          <p:sp>
            <p:nvSpPr>
              <p:cNvPr id="120" name="순서도: 연결자 119">
                <a:extLst>
                  <a:ext uri="{FF2B5EF4-FFF2-40B4-BE49-F238E27FC236}">
                    <a16:creationId xmlns:a16="http://schemas.microsoft.com/office/drawing/2014/main" id="{D5A714F5-18D1-4701-AB78-E782DC002A4F}"/>
                  </a:ext>
                </a:extLst>
              </p:cNvPr>
              <p:cNvSpPr/>
              <p:nvPr/>
            </p:nvSpPr>
            <p:spPr>
              <a:xfrm>
                <a:off x="2845107" y="1714619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0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/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800">
                  <a:ln w="0"/>
                  <a:solidFill>
                    <a:schemeClr val="tx1"/>
                  </a:solidFill>
                  <a:effectLst/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24" name="순서도: 연결자 123">
                <a:extLst>
                  <a:ext uri="{FF2B5EF4-FFF2-40B4-BE49-F238E27FC236}">
                    <a16:creationId xmlns:a16="http://schemas.microsoft.com/office/drawing/2014/main" id="{6C493DDF-0373-4627-8236-C3BF5963EA68}"/>
                  </a:ext>
                </a:extLst>
              </p:cNvPr>
              <p:cNvSpPr/>
              <p:nvPr/>
            </p:nvSpPr>
            <p:spPr>
              <a:xfrm>
                <a:off x="2845107" y="2548970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0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/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800">
                  <a:ln w="0"/>
                  <a:solidFill>
                    <a:schemeClr val="tx1"/>
                  </a:solidFill>
                  <a:effectLst/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28" name="직선 화살표 연결선 127">
                <a:extLst>
                  <a:ext uri="{FF2B5EF4-FFF2-40B4-BE49-F238E27FC236}">
                    <a16:creationId xmlns:a16="http://schemas.microsoft.com/office/drawing/2014/main" id="{C9ECE3B1-5EC6-413A-98BA-5F00B4F18759}"/>
                  </a:ext>
                </a:extLst>
              </p:cNvPr>
              <p:cNvCxnSpPr>
                <a:cxnSpLocks/>
                <a:stCxn id="120" idx="4"/>
                <a:endCxn id="124" idx="0"/>
              </p:cNvCxnSpPr>
              <p:nvPr/>
            </p:nvCxnSpPr>
            <p:spPr>
              <a:xfrm>
                <a:off x="3021293" y="2017574"/>
                <a:ext cx="0" cy="53139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57ABE55F-1C4F-451A-8628-11A2ACD6F0DA}"/>
                </a:ext>
              </a:extLst>
            </p:cNvPr>
            <p:cNvGrpSpPr/>
            <p:nvPr/>
          </p:nvGrpSpPr>
          <p:grpSpPr>
            <a:xfrm>
              <a:off x="4313664" y="2104677"/>
              <a:ext cx="352372" cy="1131197"/>
              <a:chOff x="4181006" y="1714619"/>
              <a:chExt cx="352372" cy="1131197"/>
            </a:xfrm>
          </p:grpSpPr>
          <p:sp>
            <p:nvSpPr>
              <p:cNvPr id="121" name="순서도: 연결자 120">
                <a:extLst>
                  <a:ext uri="{FF2B5EF4-FFF2-40B4-BE49-F238E27FC236}">
                    <a16:creationId xmlns:a16="http://schemas.microsoft.com/office/drawing/2014/main" id="{2CAE9C33-0A8D-47E2-A90D-852EF4D87115}"/>
                  </a:ext>
                </a:extLst>
              </p:cNvPr>
              <p:cNvSpPr/>
              <p:nvPr/>
            </p:nvSpPr>
            <p:spPr>
              <a:xfrm>
                <a:off x="4181006" y="1714619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0033CC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25" name="순서도: 연결자 124">
                <a:extLst>
                  <a:ext uri="{FF2B5EF4-FFF2-40B4-BE49-F238E27FC236}">
                    <a16:creationId xmlns:a16="http://schemas.microsoft.com/office/drawing/2014/main" id="{66DCBC21-1B48-4729-8172-D13831794F12}"/>
                  </a:ext>
                </a:extLst>
              </p:cNvPr>
              <p:cNvSpPr/>
              <p:nvPr/>
            </p:nvSpPr>
            <p:spPr>
              <a:xfrm>
                <a:off x="4181006" y="2542861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0033CC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31" name="직선 화살표 연결선 130">
                <a:extLst>
                  <a:ext uri="{FF2B5EF4-FFF2-40B4-BE49-F238E27FC236}">
                    <a16:creationId xmlns:a16="http://schemas.microsoft.com/office/drawing/2014/main" id="{FC028CF1-A0A7-4B33-8FE1-BCA8C43B63C2}"/>
                  </a:ext>
                </a:extLst>
              </p:cNvPr>
              <p:cNvCxnSpPr>
                <a:cxnSpLocks/>
                <a:stCxn id="121" idx="4"/>
                <a:endCxn id="125" idx="0"/>
              </p:cNvCxnSpPr>
              <p:nvPr/>
            </p:nvCxnSpPr>
            <p:spPr>
              <a:xfrm>
                <a:off x="4357192" y="2017574"/>
                <a:ext cx="0" cy="5252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B9A3A100-2933-453B-B556-6512CDB48FF4}"/>
                </a:ext>
              </a:extLst>
            </p:cNvPr>
            <p:cNvGrpSpPr/>
            <p:nvPr/>
          </p:nvGrpSpPr>
          <p:grpSpPr>
            <a:xfrm>
              <a:off x="5782221" y="2104677"/>
              <a:ext cx="352372" cy="1136849"/>
              <a:chOff x="5352548" y="1714619"/>
              <a:chExt cx="352372" cy="1136849"/>
            </a:xfrm>
          </p:grpSpPr>
          <p:sp>
            <p:nvSpPr>
              <p:cNvPr id="122" name="순서도: 연결자 121">
                <a:extLst>
                  <a:ext uri="{FF2B5EF4-FFF2-40B4-BE49-F238E27FC236}">
                    <a16:creationId xmlns:a16="http://schemas.microsoft.com/office/drawing/2014/main" id="{73B0A206-3B39-4A9F-B0AB-2FB88DAF84DD}"/>
                  </a:ext>
                </a:extLst>
              </p:cNvPr>
              <p:cNvSpPr/>
              <p:nvPr/>
            </p:nvSpPr>
            <p:spPr>
              <a:xfrm>
                <a:off x="5352548" y="1714619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26" name="순서도: 연결자 125">
                <a:extLst>
                  <a:ext uri="{FF2B5EF4-FFF2-40B4-BE49-F238E27FC236}">
                    <a16:creationId xmlns:a16="http://schemas.microsoft.com/office/drawing/2014/main" id="{D412BD1F-D31D-43F1-86D9-54F2AC37DDF4}"/>
                  </a:ext>
                </a:extLst>
              </p:cNvPr>
              <p:cNvSpPr/>
              <p:nvPr/>
            </p:nvSpPr>
            <p:spPr>
              <a:xfrm>
                <a:off x="5352548" y="2548513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3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34" name="직선 화살표 연결선 133">
                <a:extLst>
                  <a:ext uri="{FF2B5EF4-FFF2-40B4-BE49-F238E27FC236}">
                    <a16:creationId xmlns:a16="http://schemas.microsoft.com/office/drawing/2014/main" id="{4B6BC0E9-A203-4D5B-934D-DCEA66E27C6D}"/>
                  </a:ext>
                </a:extLst>
              </p:cNvPr>
              <p:cNvCxnSpPr>
                <a:cxnSpLocks/>
                <a:stCxn id="122" idx="4"/>
                <a:endCxn id="126" idx="0"/>
              </p:cNvCxnSpPr>
              <p:nvPr/>
            </p:nvCxnSpPr>
            <p:spPr>
              <a:xfrm>
                <a:off x="5528734" y="2017574"/>
                <a:ext cx="0" cy="53093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FAD72C21-AF51-4747-9C59-0B207A61C722}"/>
                </a:ext>
              </a:extLst>
            </p:cNvPr>
            <p:cNvGrpSpPr/>
            <p:nvPr/>
          </p:nvGrpSpPr>
          <p:grpSpPr>
            <a:xfrm>
              <a:off x="7250777" y="2104677"/>
              <a:ext cx="352372" cy="1155051"/>
              <a:chOff x="6594352" y="1714619"/>
              <a:chExt cx="352372" cy="1155051"/>
            </a:xfrm>
          </p:grpSpPr>
          <p:sp>
            <p:nvSpPr>
              <p:cNvPr id="123" name="순서도: 연결자 122">
                <a:extLst>
                  <a:ext uri="{FF2B5EF4-FFF2-40B4-BE49-F238E27FC236}">
                    <a16:creationId xmlns:a16="http://schemas.microsoft.com/office/drawing/2014/main" id="{F3B1220E-9423-47E7-A7A3-ABFEF39D5E15}"/>
                  </a:ext>
                </a:extLst>
              </p:cNvPr>
              <p:cNvSpPr/>
              <p:nvPr/>
            </p:nvSpPr>
            <p:spPr>
              <a:xfrm>
                <a:off x="6594352" y="1714619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C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27" name="순서도: 연결자 126">
                <a:extLst>
                  <a:ext uri="{FF2B5EF4-FFF2-40B4-BE49-F238E27FC236}">
                    <a16:creationId xmlns:a16="http://schemas.microsoft.com/office/drawing/2014/main" id="{2703F162-2345-49B4-B4A3-A69EA122B02F}"/>
                  </a:ext>
                </a:extLst>
              </p:cNvPr>
              <p:cNvSpPr/>
              <p:nvPr/>
            </p:nvSpPr>
            <p:spPr>
              <a:xfrm>
                <a:off x="6594352" y="2566715"/>
                <a:ext cx="352372" cy="302955"/>
              </a:xfrm>
              <a:prstGeom prst="flowChartConnector">
                <a:avLst/>
              </a:prstGeom>
              <a:gradFill flip="none" rotWithShape="1"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35000">
                    <a:schemeClr val="accent4">
                      <a:lumMod val="0"/>
                      <a:lumOff val="100000"/>
                    </a:schemeClr>
                  </a:gs>
                  <a:gs pos="100000">
                    <a:srgbClr val="FFC000"/>
                  </a:gs>
                </a:gsLst>
                <a:path path="circle">
                  <a:fillToRect l="50000" t="-80000" r="50000" b="180000"/>
                </a:path>
                <a:tileRect/>
              </a:gra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altLang="ko-KR" sz="800">
                    <a:ln w="0"/>
                    <a:solidFill>
                      <a:schemeClr val="tx1"/>
                    </a:solidFill>
                    <a:effectLst>
                      <a:reflection blurRad="6350" stA="53000" endA="300" endPos="35500" dir="5400000" sy="-90000" algn="bl" rotWithShape="0"/>
                    </a:effectLst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800">
                  <a:ln w="0"/>
                  <a:solidFill>
                    <a:schemeClr val="tx1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37" name="직선 화살표 연결선 136">
                <a:extLst>
                  <a:ext uri="{FF2B5EF4-FFF2-40B4-BE49-F238E27FC236}">
                    <a16:creationId xmlns:a16="http://schemas.microsoft.com/office/drawing/2014/main" id="{9845C2D5-284D-4EFE-A958-76FBDEF43CC1}"/>
                  </a:ext>
                </a:extLst>
              </p:cNvPr>
              <p:cNvCxnSpPr>
                <a:cxnSpLocks/>
                <a:stCxn id="123" idx="4"/>
                <a:endCxn id="127" idx="0"/>
              </p:cNvCxnSpPr>
              <p:nvPr/>
            </p:nvCxnSpPr>
            <p:spPr>
              <a:xfrm>
                <a:off x="6770538" y="2017574"/>
                <a:ext cx="0" cy="54914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13EAE7A-8D91-47EA-AAA5-A4F74050148D}"/>
              </a:ext>
            </a:extLst>
          </p:cNvPr>
          <p:cNvGrpSpPr/>
          <p:nvPr/>
        </p:nvGrpSpPr>
        <p:grpSpPr>
          <a:xfrm>
            <a:off x="4628700" y="2267763"/>
            <a:ext cx="1141824" cy="1320354"/>
            <a:chOff x="1819035" y="2267763"/>
            <a:chExt cx="1141824" cy="1320354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60BA570-DE25-4363-9EEC-E34242F9FF04}"/>
                </a:ext>
              </a:extLst>
            </p:cNvPr>
            <p:cNvSpPr txBox="1"/>
            <p:nvPr/>
          </p:nvSpPr>
          <p:spPr>
            <a:xfrm>
              <a:off x="1819035" y="3341896"/>
              <a:ext cx="872401" cy="24622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Subscriber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A8C31519-9C9B-45B1-91EC-DC99F38D85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5235" y="2267763"/>
              <a:ext cx="0" cy="104377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7A5B786-D848-4883-B215-95D6EEE45A9A}"/>
                </a:ext>
              </a:extLst>
            </p:cNvPr>
            <p:cNvSpPr txBox="1"/>
            <p:nvPr/>
          </p:nvSpPr>
          <p:spPr>
            <a:xfrm>
              <a:off x="2088458" y="2838594"/>
              <a:ext cx="872401" cy="21544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subscribe</a:t>
              </a:r>
              <a:endParaRPr lang="ko-KR" altLang="en-US" sz="8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19F3D2C-5A54-4CA5-B29B-9A49E3166D44}"/>
              </a:ext>
            </a:extLst>
          </p:cNvPr>
          <p:cNvGrpSpPr/>
          <p:nvPr/>
        </p:nvGrpSpPr>
        <p:grpSpPr>
          <a:xfrm>
            <a:off x="6153552" y="2267763"/>
            <a:ext cx="1141824" cy="1320354"/>
            <a:chOff x="1819035" y="2267763"/>
            <a:chExt cx="1141824" cy="1320354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4715045-7A11-44CF-9609-80998E40635C}"/>
                </a:ext>
              </a:extLst>
            </p:cNvPr>
            <p:cNvSpPr txBox="1"/>
            <p:nvPr/>
          </p:nvSpPr>
          <p:spPr>
            <a:xfrm>
              <a:off x="1819035" y="3341896"/>
              <a:ext cx="872401" cy="24622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Subscriber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20ECAF45-DEE3-4D5A-91DA-2FB6D8BC26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5235" y="2267763"/>
              <a:ext cx="0" cy="104377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3D06C11-794D-4DC4-AF9C-C463CCCB0E4A}"/>
                </a:ext>
              </a:extLst>
            </p:cNvPr>
            <p:cNvSpPr txBox="1"/>
            <p:nvPr/>
          </p:nvSpPr>
          <p:spPr>
            <a:xfrm>
              <a:off x="2088458" y="2838594"/>
              <a:ext cx="872401" cy="21544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subscribe</a:t>
              </a:r>
              <a:endParaRPr lang="ko-KR" altLang="en-US" sz="8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240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 b="1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Backpressure</a:t>
            </a:r>
            <a:endParaRPr lang="ko-KR" altLang="en-US" sz="36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https://github.com/ITVillage-Kevin/spring-reactive-01</a:t>
            </a:r>
            <a:endParaRPr lang="ko-KR" altLang="en-US" sz="20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</TotalTime>
  <Words>101</Words>
  <Application>Microsoft Office PowerPoint</Application>
  <PresentationFormat>화면 슬라이드 쇼(16:9)</PresentationFormat>
  <Paragraphs>47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Encode Sans Semi Condensed Light</vt:lpstr>
      <vt:lpstr>Encode Sans Semi Condensed SemiBold</vt:lpstr>
      <vt:lpstr>Arial</vt:lpstr>
      <vt:lpstr>나눔스퀘어라운드 ExtraBold</vt:lpstr>
      <vt:lpstr>나눔고딕 ExtraBold</vt:lpstr>
      <vt:lpstr>배달의민족 도현</vt:lpstr>
      <vt:lpstr>Ferdinand template</vt:lpstr>
      <vt:lpstr>Kevin의 알기 쉬운 </vt:lpstr>
      <vt:lpstr>Cold Sequence</vt:lpstr>
      <vt:lpstr>Hot Sequence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125</cp:revision>
  <dcterms:modified xsi:type="dcterms:W3CDTF">2022-10-03T13:12:19Z</dcterms:modified>
</cp:coreProperties>
</file>