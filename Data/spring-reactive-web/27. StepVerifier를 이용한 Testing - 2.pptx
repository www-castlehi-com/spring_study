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256" r:id="rId2"/>
    <p:sldId id="316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5750" autoAdjust="0"/>
  </p:normalViewPr>
  <p:slideViewPr>
    <p:cSldViewPr snapToGrid="0">
      <p:cViewPr varScale="1">
        <p:scale>
          <a:sx n="111" d="100"/>
          <a:sy n="111" d="100"/>
        </p:scale>
        <p:origin x="205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195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Testing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3476890"/>
            <a:ext cx="7465202" cy="4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기록된 데이터를 이용한 테스트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C587C4D3-73EC-49B7-905A-216A331DAE57}"/>
              </a:ext>
            </a:extLst>
          </p:cNvPr>
          <p:cNvSpPr txBox="1">
            <a:spLocks/>
          </p:cNvSpPr>
          <p:nvPr/>
        </p:nvSpPr>
        <p:spPr>
          <a:xfrm>
            <a:off x="1206100" y="1241634"/>
            <a:ext cx="7465202" cy="42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Backpressure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테스트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7446CBAA-9AC9-40E4-BF00-594B9922D70A}"/>
              </a:ext>
            </a:extLst>
          </p:cNvPr>
          <p:cNvSpPr txBox="1">
            <a:spLocks/>
          </p:cNvSpPr>
          <p:nvPr/>
        </p:nvSpPr>
        <p:spPr>
          <a:xfrm>
            <a:off x="1206100" y="2269391"/>
            <a:ext cx="7465202" cy="412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테스트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9B2BC0B-A050-4E7F-A463-BBB0783B85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StepVerifier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를 이용한 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Testing 2</a:t>
            </a:r>
            <a:endParaRPr lang="ko-KR" altLang="en-US" sz="2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13B336C3-D54C-A17B-7A80-C522618AB9B8}"/>
              </a:ext>
            </a:extLst>
          </p:cNvPr>
          <p:cNvSpPr txBox="1">
            <a:spLocks/>
          </p:cNvSpPr>
          <p:nvPr/>
        </p:nvSpPr>
        <p:spPr>
          <a:xfrm>
            <a:off x="1586752" y="1635726"/>
            <a:ext cx="6646247" cy="42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hasDropped(), hasDiscarded()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등을 이용해서 </a:t>
            </a:r>
            <a:r>
              <a:rPr lang="en-US" altLang="ko-KR" sz="14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backpressure </a:t>
            </a:r>
            <a:r>
              <a:rPr lang="ko-KR" altLang="en-US" sz="1400" b="1">
                <a:solidFill>
                  <a:schemeClr val="tx1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테스트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수행할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endParaRPr lang="ko-KR" altLang="en-US" sz="1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B57AE4FA-8424-78E8-ED09-4B95088B9F4B}"/>
              </a:ext>
            </a:extLst>
          </p:cNvPr>
          <p:cNvSpPr txBox="1">
            <a:spLocks/>
          </p:cNvSpPr>
          <p:nvPr/>
        </p:nvSpPr>
        <p:spPr>
          <a:xfrm>
            <a:off x="1586752" y="2625744"/>
            <a:ext cx="7465202" cy="42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expectAccessibleContext()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이용해서 접근 가능한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있는지 테스트 할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endParaRPr lang="ko-KR" altLang="en-US" sz="14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3" name="Google Shape;168;p16">
            <a:extLst>
              <a:ext uri="{FF2B5EF4-FFF2-40B4-BE49-F238E27FC236}">
                <a16:creationId xmlns:a16="http://schemas.microsoft.com/office/drawing/2014/main" id="{FD8D6B48-E457-33C6-EC00-4561173C1B48}"/>
              </a:ext>
            </a:extLst>
          </p:cNvPr>
          <p:cNvSpPr txBox="1">
            <a:spLocks/>
          </p:cNvSpPr>
          <p:nvPr/>
        </p:nvSpPr>
        <p:spPr>
          <a:xfrm>
            <a:off x="1586752" y="3033168"/>
            <a:ext cx="7465202" cy="42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hasKey()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사용하여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Context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존재하는지 검증할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4" name="Google Shape;168;p16">
            <a:extLst>
              <a:ext uri="{FF2B5EF4-FFF2-40B4-BE49-F238E27FC236}">
                <a16:creationId xmlns:a16="http://schemas.microsoft.com/office/drawing/2014/main" id="{93F893CD-7348-B4A4-7ADA-BA32CB3161E4}"/>
              </a:ext>
            </a:extLst>
          </p:cNvPr>
          <p:cNvSpPr txBox="1">
            <a:spLocks/>
          </p:cNvSpPr>
          <p:nvPr/>
        </p:nvSpPr>
        <p:spPr>
          <a:xfrm>
            <a:off x="1586752" y="3850513"/>
            <a:ext cx="7465202" cy="42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recordWith()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사용하여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데이터를 기록할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5" name="Google Shape;168;p16">
            <a:extLst>
              <a:ext uri="{FF2B5EF4-FFF2-40B4-BE49-F238E27FC236}">
                <a16:creationId xmlns:a16="http://schemas.microsoft.com/office/drawing/2014/main" id="{50B54A34-EA5B-8518-7AA5-A616638860F2}"/>
              </a:ext>
            </a:extLst>
          </p:cNvPr>
          <p:cNvSpPr txBox="1">
            <a:spLocks/>
          </p:cNvSpPr>
          <p:nvPr/>
        </p:nvSpPr>
        <p:spPr>
          <a:xfrm>
            <a:off x="1586752" y="4253190"/>
            <a:ext cx="7465202" cy="42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consumeRecordedWith()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사용하여 기록된 데이터들을 소비하며 검증할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6" name="Google Shape;168;p16">
            <a:extLst>
              <a:ext uri="{FF2B5EF4-FFF2-40B4-BE49-F238E27FC236}">
                <a16:creationId xmlns:a16="http://schemas.microsoft.com/office/drawing/2014/main" id="{805419B2-A51F-7370-01DB-75DA42713E29}"/>
              </a:ext>
            </a:extLst>
          </p:cNvPr>
          <p:cNvSpPr txBox="1">
            <a:spLocks/>
          </p:cNvSpPr>
          <p:nvPr/>
        </p:nvSpPr>
        <p:spPr>
          <a:xfrm>
            <a:off x="1586752" y="4653585"/>
            <a:ext cx="7465202" cy="424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expectRecordedMatches()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사용하여 기록된 데이터의 컬렉션을 검증할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508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9" grpId="0" uiExpand="1" build="p"/>
      <p:bldP spid="7" grpId="0" uiExpand="1" build="p"/>
      <p:bldP spid="4" grpId="0"/>
      <p:bldP spid="5" grpId="0"/>
      <p:bldP spid="13" grpId="0"/>
      <p:bldP spid="14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6425</TotalTime>
  <Words>94</Words>
  <Application>Microsoft Office PowerPoint</Application>
  <PresentationFormat>화면 슬라이드 쇼(16:9)</PresentationFormat>
  <Paragraphs>13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SemiBold</vt:lpstr>
      <vt:lpstr>Arial</vt:lpstr>
      <vt:lpstr>Encode Sans Semi Condensed Light</vt:lpstr>
      <vt:lpstr>나눔스퀘어라운드 ExtraBold</vt:lpstr>
      <vt:lpstr>Ferdinand template</vt:lpstr>
      <vt:lpstr>Kevin의 알기 쉬운 </vt:lpstr>
      <vt:lpstr>StepVerifier를 이용한 Testing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259</cp:revision>
  <dcterms:modified xsi:type="dcterms:W3CDTF">2023-02-03T14:13:00Z</dcterms:modified>
</cp:coreProperties>
</file>