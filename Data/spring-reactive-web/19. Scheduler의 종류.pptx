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6"/>
  </p:notesMasterIdLst>
  <p:sldIdLst>
    <p:sldId id="256" r:id="rId2"/>
    <p:sldId id="307" r:id="rId3"/>
    <p:sldId id="308" r:id="rId4"/>
    <p:sldId id="284" r:id="rId5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7"/>
    </p:embeddedFont>
    <p:embeddedFont>
      <p:font typeface="Encode Sans Semi Condensed Light" panose="020B0600000101010101" charset="0"/>
      <p:regular r:id="rId8"/>
      <p:bold r:id="rId9"/>
    </p:embeddedFont>
    <p:embeddedFont>
      <p:font typeface="Encode Sans Semi Condensed SemiBold" panose="00000706000000000000" charset="0"/>
      <p:regular r:id="rId10"/>
      <p:bold r:id="rId11"/>
    </p:embeddedFont>
    <p:embeddedFont>
      <p:font typeface="나눔고딕 ExtraBold" panose="020D0904000000000000" pitchFamily="50" charset="-127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1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33F"/>
    <a:srgbClr val="6699FF"/>
    <a:srgbClr val="FF9900"/>
    <a:srgbClr val="99CCFF"/>
    <a:srgbClr val="0033CC"/>
    <a:srgbClr val="003399"/>
    <a:srgbClr val="0066FF"/>
    <a:srgbClr val="3333FF"/>
    <a:srgbClr val="6666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76907" autoAdjust="0"/>
  </p:normalViewPr>
  <p:slideViewPr>
    <p:cSldViewPr snapToGrid="0">
      <p:cViewPr varScale="1">
        <p:scale>
          <a:sx n="115" d="100"/>
          <a:sy n="115" d="100"/>
        </p:scale>
        <p:origin x="1938" y="1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4664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72370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0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110" name="Google Shape;110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10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113" name="Google Shape;113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10"/>
          <p:cNvGrpSpPr/>
          <p:nvPr/>
        </p:nvGrpSpPr>
        <p:grpSpPr>
          <a:xfrm flipH="1">
            <a:off x="1" y="524824"/>
            <a:ext cx="600055" cy="374899"/>
            <a:chOff x="5211448" y="3165393"/>
            <a:chExt cx="1477967" cy="784800"/>
          </a:xfrm>
        </p:grpSpPr>
        <p:sp>
          <p:nvSpPr>
            <p:cNvPr id="117" name="Google Shape;117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10"/>
          <p:cNvGrpSpPr/>
          <p:nvPr/>
        </p:nvGrpSpPr>
        <p:grpSpPr>
          <a:xfrm rot="10800000" flipH="1">
            <a:off x="84" y="8"/>
            <a:ext cx="758573" cy="531131"/>
            <a:chOff x="0" y="266575"/>
            <a:chExt cx="7503194" cy="1687200"/>
          </a:xfrm>
        </p:grpSpPr>
        <p:sp>
          <p:nvSpPr>
            <p:cNvPr id="120" name="Google Shape;120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241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  <p:sldLayoutId id="2147483659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Village-Kevin/spring-reactive-0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Scheduler </a:t>
            </a:r>
            <a:r>
              <a:rPr lang="ko-KR" altLang="en-US" sz="4000" b="1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이해하기</a:t>
            </a:r>
            <a:r>
              <a:rPr lang="ko-KR" altLang="en-US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endParaRPr lang="en-US" altLang="ko-KR" sz="40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Scheduler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 종류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</a:t>
            </a:r>
            <a:r>
              <a:rPr lang="en-US" altLang="ko-KR" sz="1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Schedulers </a:t>
            </a:r>
            <a:r>
              <a:rPr lang="ko-KR" altLang="en-US" sz="1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클래스의 정적</a:t>
            </a:r>
            <a:r>
              <a:rPr lang="en-US" altLang="ko-KR" sz="1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ko-KR" altLang="en-US" sz="1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메서드로 제공 됨</a:t>
            </a:r>
            <a:endParaRPr sz="1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5775B658-7B74-4565-A07F-D26FC0BBAC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6100" y="1595918"/>
            <a:ext cx="7465202" cy="65472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1600" b="1" dirty="0" err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Schedulers.immediate</a:t>
            </a:r>
            <a:r>
              <a:rPr lang="en-US" altLang="ko-KR" sz="1600" b="1" dirty="0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()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: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별도의 쓰레드를 추가 할당하지 않고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현재 쓰레드에서 실행된다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5391D0B7-87D5-434B-9270-67FF5AA0A37B}"/>
              </a:ext>
            </a:extLst>
          </p:cNvPr>
          <p:cNvSpPr txBox="1">
            <a:spLocks/>
          </p:cNvSpPr>
          <p:nvPr/>
        </p:nvSpPr>
        <p:spPr>
          <a:xfrm>
            <a:off x="1206100" y="2336965"/>
            <a:ext cx="7465202" cy="42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1600" b="1" dirty="0" err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Schedulers.</a:t>
            </a:r>
            <a:r>
              <a:rPr lang="en-US" altLang="ko-KR" sz="1600" b="1" err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single</a:t>
            </a:r>
            <a:r>
              <a:rPr lang="en-US" altLang="ko-KR" sz="1600" b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()</a:t>
            </a:r>
            <a:endParaRPr lang="en-US" altLang="ko-KR" sz="16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9" name="Google Shape;168;p16">
            <a:extLst>
              <a:ext uri="{FF2B5EF4-FFF2-40B4-BE49-F238E27FC236}">
                <a16:creationId xmlns:a16="http://schemas.microsoft.com/office/drawing/2014/main" id="{A58AE367-7F8F-493F-BF5B-1995A219A640}"/>
              </a:ext>
            </a:extLst>
          </p:cNvPr>
          <p:cNvSpPr txBox="1">
            <a:spLocks/>
          </p:cNvSpPr>
          <p:nvPr/>
        </p:nvSpPr>
        <p:spPr>
          <a:xfrm>
            <a:off x="1755059" y="2706744"/>
            <a:ext cx="6768760" cy="42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하나의 쓰레드를 재사용한다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0" name="Google Shape;168;p16">
            <a:extLst>
              <a:ext uri="{FF2B5EF4-FFF2-40B4-BE49-F238E27FC236}">
                <a16:creationId xmlns:a16="http://schemas.microsoft.com/office/drawing/2014/main" id="{FB8BC53E-9634-44D5-A13C-78141D704BBE}"/>
              </a:ext>
            </a:extLst>
          </p:cNvPr>
          <p:cNvSpPr txBox="1">
            <a:spLocks/>
          </p:cNvSpPr>
          <p:nvPr/>
        </p:nvSpPr>
        <p:spPr>
          <a:xfrm>
            <a:off x="1755059" y="3056986"/>
            <a:ext cx="6768760" cy="42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저지연</a:t>
            </a:r>
            <a:r>
              <a:rPr lang="en-US" altLang="ko-KR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(low latency) </a:t>
            </a:r>
            <a:r>
              <a:rPr lang="ko-KR" altLang="en-US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일회성 실행에 최적화 되어 있다</a:t>
            </a:r>
            <a:r>
              <a:rPr lang="en-US" altLang="ko-KR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9DBB2825-0659-4875-A9F9-F068096DDF4F}"/>
              </a:ext>
            </a:extLst>
          </p:cNvPr>
          <p:cNvSpPr txBox="1">
            <a:spLocks/>
          </p:cNvSpPr>
          <p:nvPr/>
        </p:nvSpPr>
        <p:spPr>
          <a:xfrm>
            <a:off x="1206100" y="3570331"/>
            <a:ext cx="7465202" cy="42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1600" b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Schedulers. boundedElastic()</a:t>
            </a:r>
            <a:endParaRPr lang="en-US" altLang="ko-KR" sz="1600" b="1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12" name="Google Shape;168;p16">
            <a:extLst>
              <a:ext uri="{FF2B5EF4-FFF2-40B4-BE49-F238E27FC236}">
                <a16:creationId xmlns:a16="http://schemas.microsoft.com/office/drawing/2014/main" id="{A654F124-782D-4283-BAAA-2097D977D547}"/>
              </a:ext>
            </a:extLst>
          </p:cNvPr>
          <p:cNvSpPr txBox="1">
            <a:spLocks/>
          </p:cNvSpPr>
          <p:nvPr/>
        </p:nvSpPr>
        <p:spPr>
          <a:xfrm>
            <a:off x="1755059" y="3940110"/>
            <a:ext cx="6768760" cy="42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쓰레드 풀을 생성하여 생성된 쓰레드를 재사용한다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3" name="Google Shape;168;p16">
            <a:extLst>
              <a:ext uri="{FF2B5EF4-FFF2-40B4-BE49-F238E27FC236}">
                <a16:creationId xmlns:a16="http://schemas.microsoft.com/office/drawing/2014/main" id="{7814E195-90DE-4C65-922B-9C9CA12E045A}"/>
              </a:ext>
            </a:extLst>
          </p:cNvPr>
          <p:cNvSpPr txBox="1">
            <a:spLocks/>
          </p:cNvSpPr>
          <p:nvPr/>
        </p:nvSpPr>
        <p:spPr>
          <a:xfrm>
            <a:off x="1755059" y="4290352"/>
            <a:ext cx="6768760" cy="42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생성할 수 있는 쓰레드 수에 제한이 있다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.(Default, CPU 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코어 수 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x 10)</a:t>
            </a:r>
          </a:p>
        </p:txBody>
      </p:sp>
      <p:sp>
        <p:nvSpPr>
          <p:cNvPr id="14" name="Google Shape;168;p16">
            <a:extLst>
              <a:ext uri="{FF2B5EF4-FFF2-40B4-BE49-F238E27FC236}">
                <a16:creationId xmlns:a16="http://schemas.microsoft.com/office/drawing/2014/main" id="{B4DA0C1C-1C9D-4E2C-A4AF-3C11DEA28F2A}"/>
              </a:ext>
            </a:extLst>
          </p:cNvPr>
          <p:cNvSpPr txBox="1">
            <a:spLocks/>
          </p:cNvSpPr>
          <p:nvPr/>
        </p:nvSpPr>
        <p:spPr>
          <a:xfrm>
            <a:off x="1755059" y="4636509"/>
            <a:ext cx="6768760" cy="42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긴 실행 시간을 가질 수 있는 </a:t>
            </a:r>
            <a:r>
              <a:rPr lang="en-US" altLang="ko-KR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Blocking I/O </a:t>
            </a:r>
            <a:r>
              <a:rPr lang="ko-KR" altLang="en-US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작업에 최적화 되어 있다</a:t>
            </a:r>
            <a:r>
              <a:rPr lang="en-US" altLang="ko-KR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3887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uiExpand="1" build="p"/>
      <p:bldP spid="9" grpId="0" uiExpand="1" build="p"/>
      <p:bldP spid="10" grpId="0" uiExpand="1" build="p"/>
      <p:bldP spid="11" grpId="0" uiExpand="1" build="p"/>
      <p:bldP spid="12" grpId="0" uiExpand="1" build="p"/>
      <p:bldP spid="13" grpId="0" uiExpand="1" build="p"/>
      <p:bldP spid="1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Scheduler</a:t>
            </a:r>
            <a:r>
              <a:rPr lang="ko-KR" altLang="en-US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의 종류</a:t>
            </a: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</a:t>
            </a:r>
            <a:r>
              <a:rPr lang="en-US" altLang="ko-KR" sz="1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Schedulers </a:t>
            </a:r>
            <a:r>
              <a:rPr lang="ko-KR" altLang="en-US" sz="1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클래스의 정적</a:t>
            </a:r>
            <a:r>
              <a:rPr lang="en-US" altLang="ko-KR" sz="1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 </a:t>
            </a:r>
            <a:r>
              <a:rPr lang="ko-KR" altLang="en-US" sz="18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메서드로 제공 됨</a:t>
            </a:r>
            <a:endParaRPr sz="180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5391D0B7-87D5-434B-9270-67FF5AA0A37B}"/>
              </a:ext>
            </a:extLst>
          </p:cNvPr>
          <p:cNvSpPr txBox="1">
            <a:spLocks/>
          </p:cNvSpPr>
          <p:nvPr/>
        </p:nvSpPr>
        <p:spPr>
          <a:xfrm>
            <a:off x="1206100" y="1348766"/>
            <a:ext cx="7465202" cy="42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1600" b="1" dirty="0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Schedulers. </a:t>
            </a:r>
            <a:r>
              <a:rPr lang="en-US" altLang="ko-KR" sz="1600" b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parallel()</a:t>
            </a:r>
            <a:endParaRPr lang="en-US" altLang="ko-KR" sz="16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9" name="Google Shape;168;p16">
            <a:extLst>
              <a:ext uri="{FF2B5EF4-FFF2-40B4-BE49-F238E27FC236}">
                <a16:creationId xmlns:a16="http://schemas.microsoft.com/office/drawing/2014/main" id="{A58AE367-7F8F-493F-BF5B-1995A219A640}"/>
              </a:ext>
            </a:extLst>
          </p:cNvPr>
          <p:cNvSpPr txBox="1">
            <a:spLocks/>
          </p:cNvSpPr>
          <p:nvPr/>
        </p:nvSpPr>
        <p:spPr>
          <a:xfrm>
            <a:off x="1755059" y="1718545"/>
            <a:ext cx="6768760" cy="42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 dirty="0" err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여러개의</a:t>
            </a: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쓰레드를 할당해서 동시에 작업을 수행할 수 있다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0" name="Google Shape;168;p16">
            <a:extLst>
              <a:ext uri="{FF2B5EF4-FFF2-40B4-BE49-F238E27FC236}">
                <a16:creationId xmlns:a16="http://schemas.microsoft.com/office/drawing/2014/main" id="{FB8BC53E-9634-44D5-A13C-78141D704BBE}"/>
              </a:ext>
            </a:extLst>
          </p:cNvPr>
          <p:cNvSpPr txBox="1">
            <a:spLocks/>
          </p:cNvSpPr>
          <p:nvPr/>
        </p:nvSpPr>
        <p:spPr>
          <a:xfrm>
            <a:off x="1755059" y="2068787"/>
            <a:ext cx="6768760" cy="42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Non-Blocking I/O </a:t>
            </a:r>
            <a:r>
              <a:rPr lang="ko-KR" altLang="en-US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작업에 최적화 되어 있다</a:t>
            </a:r>
            <a:r>
              <a:rPr lang="en-US" altLang="ko-KR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9DBB2825-0659-4875-A9F9-F068096DDF4F}"/>
              </a:ext>
            </a:extLst>
          </p:cNvPr>
          <p:cNvSpPr txBox="1">
            <a:spLocks/>
          </p:cNvSpPr>
          <p:nvPr/>
        </p:nvSpPr>
        <p:spPr>
          <a:xfrm>
            <a:off x="1206100" y="2510792"/>
            <a:ext cx="7465202" cy="42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1600" b="1" dirty="0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Schedulers. </a:t>
            </a:r>
            <a:r>
              <a:rPr lang="en-US" altLang="ko-KR" sz="1600" b="1" err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fromExecutorService</a:t>
            </a:r>
            <a:r>
              <a:rPr lang="en-US" altLang="ko-KR" sz="1600" b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()</a:t>
            </a:r>
            <a:endParaRPr lang="en-US" altLang="ko-KR" sz="16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12" name="Google Shape;168;p16">
            <a:extLst>
              <a:ext uri="{FF2B5EF4-FFF2-40B4-BE49-F238E27FC236}">
                <a16:creationId xmlns:a16="http://schemas.microsoft.com/office/drawing/2014/main" id="{A654F124-782D-4283-BAAA-2097D977D547}"/>
              </a:ext>
            </a:extLst>
          </p:cNvPr>
          <p:cNvSpPr txBox="1">
            <a:spLocks/>
          </p:cNvSpPr>
          <p:nvPr/>
        </p:nvSpPr>
        <p:spPr>
          <a:xfrm>
            <a:off x="1755059" y="2880571"/>
            <a:ext cx="6768760" cy="42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기존의 </a:t>
            </a:r>
            <a:r>
              <a:rPr lang="en-US" altLang="ko-KR" sz="1600" b="1" dirty="0" err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ExecutorService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사용하여 쓰레드를 생성한다</a:t>
            </a:r>
            <a:r>
              <a:rPr lang="en-US" altLang="ko-KR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4" name="Google Shape;168;p16">
            <a:extLst>
              <a:ext uri="{FF2B5EF4-FFF2-40B4-BE49-F238E27FC236}">
                <a16:creationId xmlns:a16="http://schemas.microsoft.com/office/drawing/2014/main" id="{B4DA0C1C-1C9D-4E2C-A4AF-3C11DEA28F2A}"/>
              </a:ext>
            </a:extLst>
          </p:cNvPr>
          <p:cNvSpPr txBox="1">
            <a:spLocks/>
          </p:cNvSpPr>
          <p:nvPr/>
        </p:nvSpPr>
        <p:spPr>
          <a:xfrm>
            <a:off x="1755059" y="3230813"/>
            <a:ext cx="6768760" cy="42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의미있는 식별자를 제공하기 때문에 </a:t>
            </a:r>
            <a:r>
              <a:rPr lang="en-US" altLang="ko-KR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Metric</a:t>
            </a:r>
            <a:r>
              <a:rPr lang="ko-KR" altLang="en-US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주로 사용된다</a:t>
            </a:r>
            <a:r>
              <a:rPr lang="en-US" altLang="ko-KR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15" name="Google Shape;168;p16">
            <a:extLst>
              <a:ext uri="{FF2B5EF4-FFF2-40B4-BE49-F238E27FC236}">
                <a16:creationId xmlns:a16="http://schemas.microsoft.com/office/drawing/2014/main" id="{F906DDE2-487B-4223-AB19-3502F02C461D}"/>
              </a:ext>
            </a:extLst>
          </p:cNvPr>
          <p:cNvSpPr txBox="1">
            <a:spLocks/>
          </p:cNvSpPr>
          <p:nvPr/>
        </p:nvSpPr>
        <p:spPr>
          <a:xfrm>
            <a:off x="1206100" y="3740132"/>
            <a:ext cx="7465202" cy="42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6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 </a:t>
            </a:r>
            <a:r>
              <a:rPr lang="en-US" altLang="ko-KR" sz="1600" b="1" dirty="0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Schedulers. </a:t>
            </a:r>
            <a:r>
              <a:rPr lang="en-US" altLang="ko-KR" sz="1600" b="1" err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newXXXX</a:t>
            </a:r>
            <a:r>
              <a:rPr lang="en-US" altLang="ko-KR" sz="1600" b="1">
                <a:solidFill>
                  <a:srgbClr val="0070C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()</a:t>
            </a:r>
            <a:endParaRPr lang="en-US" altLang="ko-KR" sz="1600" b="1" dirty="0"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16" name="Google Shape;168;p16">
            <a:extLst>
              <a:ext uri="{FF2B5EF4-FFF2-40B4-BE49-F238E27FC236}">
                <a16:creationId xmlns:a16="http://schemas.microsoft.com/office/drawing/2014/main" id="{1256130D-8CAA-4FD1-AC31-85A5E925D252}"/>
              </a:ext>
            </a:extLst>
          </p:cNvPr>
          <p:cNvSpPr txBox="1">
            <a:spLocks/>
          </p:cNvSpPr>
          <p:nvPr/>
        </p:nvSpPr>
        <p:spPr>
          <a:xfrm>
            <a:off x="1755059" y="4109911"/>
            <a:ext cx="6768760" cy="42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다양한 유형의 새로운 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Scheduler</a:t>
            </a:r>
            <a:r>
              <a:rPr lang="ko-KR" altLang="en-US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생성할 수 있다</a:t>
            </a:r>
            <a:r>
              <a:rPr lang="en-US" altLang="ko-KR" sz="16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.(newSingle(), newParallel(), newboundedElastic())</a:t>
            </a:r>
          </a:p>
        </p:txBody>
      </p:sp>
      <p:sp>
        <p:nvSpPr>
          <p:cNvPr id="17" name="Google Shape;168;p16">
            <a:extLst>
              <a:ext uri="{FF2B5EF4-FFF2-40B4-BE49-F238E27FC236}">
                <a16:creationId xmlns:a16="http://schemas.microsoft.com/office/drawing/2014/main" id="{1193B1B9-3908-49AF-B719-3034BC0973DD}"/>
              </a:ext>
            </a:extLst>
          </p:cNvPr>
          <p:cNvSpPr txBox="1">
            <a:spLocks/>
          </p:cNvSpPr>
          <p:nvPr/>
        </p:nvSpPr>
        <p:spPr>
          <a:xfrm>
            <a:off x="1755059" y="4721032"/>
            <a:ext cx="6768760" cy="422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altLang="ko-KR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Scheduler</a:t>
            </a:r>
            <a:r>
              <a:rPr lang="ko-KR" altLang="en-US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이름을 직접 지정할 수 있다</a:t>
            </a:r>
            <a:r>
              <a:rPr lang="en-US" altLang="ko-KR" sz="1600" b="1">
                <a:solidFill>
                  <a:srgbClr val="FF0000"/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8152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9" grpId="0" uiExpand="1" build="p"/>
      <p:bldP spid="10" grpId="0" uiExpand="1" build="p"/>
      <p:bldP spid="11" grpId="0" uiExpand="1" build="p"/>
      <p:bldP spid="12" grpId="0" uiExpand="1" build="p"/>
      <p:bldP spid="14" grpId="0" uiExpand="1" build="p"/>
      <p:bldP spid="15" grpId="0" uiExpand="1" build="p"/>
      <p:bldP spid="16" grpId="0" uiExpand="1" build="p"/>
      <p:bldP spid="1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6;p25">
            <a:extLst>
              <a:ext uri="{FF2B5EF4-FFF2-40B4-BE49-F238E27FC236}">
                <a16:creationId xmlns:a16="http://schemas.microsoft.com/office/drawing/2014/main" id="{819E02CA-6AA4-4C1F-A00A-8D938F3CFAC9}"/>
              </a:ext>
            </a:extLst>
          </p:cNvPr>
          <p:cNvSpPr txBox="1">
            <a:spLocks/>
          </p:cNvSpPr>
          <p:nvPr/>
        </p:nvSpPr>
        <p:spPr>
          <a:xfrm>
            <a:off x="685800" y="1683170"/>
            <a:ext cx="7772400" cy="1159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en-US" altLang="ko-KR" sz="36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Context </a:t>
            </a:r>
            <a:endParaRPr lang="ko-KR" altLang="en-US" sz="36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Google Shape;267;p25">
            <a:extLst>
              <a:ext uri="{FF2B5EF4-FFF2-40B4-BE49-F238E27FC236}">
                <a16:creationId xmlns:a16="http://schemas.microsoft.com/office/drawing/2014/main" id="{DECF2217-810F-4571-BBF1-67DAD149149A}"/>
              </a:ext>
            </a:extLst>
          </p:cNvPr>
          <p:cNvSpPr txBox="1">
            <a:spLocks/>
          </p:cNvSpPr>
          <p:nvPr/>
        </p:nvSpPr>
        <p:spPr>
          <a:xfrm>
            <a:off x="685800" y="3763983"/>
            <a:ext cx="7772400" cy="103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 marL="0" indent="0">
              <a:buFont typeface="Encode Sans Semi Condensed Light"/>
              <a:buNone/>
            </a:pPr>
            <a:r>
              <a:rPr lang="ko-KR" altLang="en-US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소스 코드 다운로드 주소</a:t>
            </a:r>
            <a:endParaRPr lang="en-US" altLang="ko-KR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Font typeface="Encode Sans Semi Condensed Light"/>
              <a:buNone/>
            </a:pPr>
            <a:r>
              <a:rPr lang="en-US" altLang="ko-KR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https://github.com/ITVillage-Kevin/spring-reactive-01</a:t>
            </a:r>
            <a:endParaRPr lang="ko-KR" altLang="en-US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Google Shape;380;p33">
            <a:extLst>
              <a:ext uri="{FF2B5EF4-FFF2-40B4-BE49-F238E27FC236}">
                <a16:creationId xmlns:a16="http://schemas.microsoft.com/office/drawing/2014/main" id="{4277BB4C-F14B-4DAC-A9F9-09D6BF076B56}"/>
              </a:ext>
            </a:extLst>
          </p:cNvPr>
          <p:cNvSpPr txBox="1">
            <a:spLocks/>
          </p:cNvSpPr>
          <p:nvPr/>
        </p:nvSpPr>
        <p:spPr>
          <a:xfrm>
            <a:off x="0" y="475776"/>
            <a:ext cx="9144000" cy="7764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ko-KR" altLang="en-US" sz="400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다음 시간 강의</a:t>
            </a:r>
            <a:endParaRPr lang="en-US" sz="400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5316</TotalTime>
  <Words>198</Words>
  <Application>Microsoft Office PowerPoint</Application>
  <PresentationFormat>화면 슬라이드 쇼(16:9)</PresentationFormat>
  <Paragraphs>26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Encode Sans Semi Condensed Light</vt:lpstr>
      <vt:lpstr>Arial</vt:lpstr>
      <vt:lpstr>나눔스퀘어라운드 ExtraBold</vt:lpstr>
      <vt:lpstr>Encode Sans Semi Condensed SemiBold</vt:lpstr>
      <vt:lpstr>나눔고딕 ExtraBold</vt:lpstr>
      <vt:lpstr>Ferdinand template</vt:lpstr>
      <vt:lpstr>Kevin의 알기 쉬운 </vt:lpstr>
      <vt:lpstr>Scheduler의 종류: Schedulers 클래스의 정적 메서드로 제공 됨</vt:lpstr>
      <vt:lpstr>Scheduler의 종류: Schedulers 클래스의 정적 메서드로 제공 됨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황정식</cp:lastModifiedBy>
  <cp:revision>193</cp:revision>
  <dcterms:modified xsi:type="dcterms:W3CDTF">2022-10-20T14:59:47Z</dcterms:modified>
</cp:coreProperties>
</file>