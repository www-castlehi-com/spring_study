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"/>
  </p:notesMasterIdLst>
  <p:sldIdLst>
    <p:sldId id="256" r:id="rId2"/>
    <p:sldId id="285" r:id="rId3"/>
    <p:sldId id="287" r:id="rId4"/>
    <p:sldId id="288" r:id="rId5"/>
    <p:sldId id="289" r:id="rId6"/>
    <p:sldId id="284" r:id="rId7"/>
  </p:sldIdLst>
  <p:sldSz cx="9144000" cy="5143500" type="screen16x9"/>
  <p:notesSz cx="6858000" cy="9144000"/>
  <p:embeddedFontLst>
    <p:embeddedFont>
      <p:font typeface="나눔고딕 ExtraBold" panose="020B0600000101010101" charset="-127"/>
      <p:bold r:id="rId9"/>
    </p:embeddedFont>
    <p:embeddedFont>
      <p:font typeface="나눔스퀘어라운드 ExtraBold" panose="020B0600000101010101" charset="-127"/>
      <p:bold r:id="rId10"/>
    </p:embeddedFont>
    <p:embeddedFont>
      <p:font typeface="Encode Sans Semi Condensed Light" panose="020B0600000101010101" charset="0"/>
      <p:regular r:id="rId11"/>
      <p:bold r:id="rId12"/>
    </p:embeddedFont>
    <p:embeddedFont>
      <p:font typeface="Encode Sans Semi Condensed SemiBold" panose="00000706000000000000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90A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619" autoAdjust="0"/>
  </p:normalViewPr>
  <p:slideViewPr>
    <p:cSldViewPr snapToGrid="0">
      <p:cViewPr varScale="1">
        <p:scale>
          <a:sx n="121" d="100"/>
          <a:sy n="121" d="100"/>
        </p:scale>
        <p:origin x="13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131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06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740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84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activemanifesto.org/k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active_programm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tive-streams/reactive-streams-jvm/blob/v1.0.3/README.md#specific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Google Shape;126;p11">
            <a:extLst>
              <a:ext uri="{FF2B5EF4-FFF2-40B4-BE49-F238E27FC236}">
                <a16:creationId xmlns:a16="http://schemas.microsoft.com/office/drawing/2014/main" id="{E009EA8E-962D-4A35-AEA0-AD9922334928}"/>
              </a:ext>
            </a:extLst>
          </p:cNvPr>
          <p:cNvSpPr txBox="1">
            <a:spLocks/>
          </p:cNvSpPr>
          <p:nvPr/>
        </p:nvSpPr>
        <p:spPr>
          <a:xfrm>
            <a:off x="665629" y="1842247"/>
            <a:ext cx="7853083" cy="1347275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시스템과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프로그래밍의 의미</a:t>
            </a:r>
            <a:endParaRPr lang="en-US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시스템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(Reactive System)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417089"/>
            <a:ext cx="7026900" cy="103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선언문으로 리액티브 시스템 이해하기</a:t>
            </a:r>
            <a:endParaRPr lang="en-US" altLang="ko-KR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hlinkClick r:id="rId3"/>
              </a:rPr>
              <a:t>https://www.reactivemanifesto.org</a:t>
            </a:r>
            <a:endParaRPr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C421E9E9-1CDA-46D9-AAD4-AC9F3324B36E}"/>
              </a:ext>
            </a:extLst>
          </p:cNvPr>
          <p:cNvSpPr txBox="1">
            <a:spLocks/>
          </p:cNvSpPr>
          <p:nvPr/>
        </p:nvSpPr>
        <p:spPr>
          <a:xfrm>
            <a:off x="1206100" y="2660942"/>
            <a:ext cx="7026900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시스템의 특징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6808D73F-9D16-4C98-A68B-FF36CB42AD58}"/>
              </a:ext>
            </a:extLst>
          </p:cNvPr>
          <p:cNvSpPr txBox="1">
            <a:spLocks/>
          </p:cNvSpPr>
          <p:nvPr/>
        </p:nvSpPr>
        <p:spPr>
          <a:xfrm>
            <a:off x="1586752" y="3207124"/>
            <a:ext cx="6646247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높은 응답성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0E863991-91E8-4776-B7E1-40E6281A62D1}"/>
              </a:ext>
            </a:extLst>
          </p:cNvPr>
          <p:cNvSpPr txBox="1">
            <a:spLocks/>
          </p:cNvSpPr>
          <p:nvPr/>
        </p:nvSpPr>
        <p:spPr>
          <a:xfrm>
            <a:off x="1586752" y="3753306"/>
            <a:ext cx="6646247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탄력적이고 유연하다</a:t>
            </a:r>
            <a:r>
              <a:rPr lang="en-US" altLang="ko-KR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B5535974-B899-4440-883E-EB3874E922DE}"/>
              </a:ext>
            </a:extLst>
          </p:cNvPr>
          <p:cNvSpPr txBox="1">
            <a:spLocks/>
          </p:cNvSpPr>
          <p:nvPr/>
        </p:nvSpPr>
        <p:spPr>
          <a:xfrm>
            <a:off x="1586752" y="4339234"/>
            <a:ext cx="6646247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메시지 기반으로 동작한다</a:t>
            </a:r>
            <a:r>
              <a:rPr lang="en-US" altLang="ko-KR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15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프로그래밍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(Reactive Programming)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417089"/>
            <a:ext cx="7465202" cy="103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시스템을 구축하는데 필요한 프로그래밍 모델</a:t>
            </a:r>
            <a:endParaRPr lang="en-US" altLang="ko-KR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hlinkClick r:id="rId3"/>
              </a:rPr>
              <a:t>https://en.wikipedia.org/wiki/Reactive_programming</a:t>
            </a:r>
            <a:endParaRPr sz="2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C421E9E9-1CDA-46D9-AAD4-AC9F3324B36E}"/>
              </a:ext>
            </a:extLst>
          </p:cNvPr>
          <p:cNvSpPr txBox="1">
            <a:spLocks/>
          </p:cNvSpPr>
          <p:nvPr/>
        </p:nvSpPr>
        <p:spPr>
          <a:xfrm>
            <a:off x="1206100" y="2660942"/>
            <a:ext cx="7026900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프로그래밍의 특징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6808D73F-9D16-4C98-A68B-FF36CB42AD58}"/>
              </a:ext>
            </a:extLst>
          </p:cNvPr>
          <p:cNvSpPr txBox="1">
            <a:spLocks/>
          </p:cNvSpPr>
          <p:nvPr/>
        </p:nvSpPr>
        <p:spPr>
          <a:xfrm>
            <a:off x="1586752" y="3207124"/>
            <a:ext cx="6646247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 소스에 변경이 있을때마다 데이터를 전파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0E863991-91E8-4776-B7E1-40E6281A62D1}"/>
              </a:ext>
            </a:extLst>
          </p:cNvPr>
          <p:cNvSpPr txBox="1">
            <a:spLocks/>
          </p:cNvSpPr>
          <p:nvPr/>
        </p:nvSpPr>
        <p:spPr>
          <a:xfrm>
            <a:off x="1586751" y="3753305"/>
            <a:ext cx="6646247" cy="85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선언형 프로그래밍 패러다임</a:t>
            </a:r>
            <a:r>
              <a:rPr lang="ko-KR" altLang="en-US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ko-KR" altLang="en-US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실행할 동작을 구체적으로 명시하지 않고 목표만 정의함</a:t>
            </a: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B5535974-B899-4440-883E-EB3874E922DE}"/>
              </a:ext>
            </a:extLst>
          </p:cNvPr>
          <p:cNvSpPr txBox="1">
            <a:spLocks/>
          </p:cNvSpPr>
          <p:nvPr/>
        </p:nvSpPr>
        <p:spPr>
          <a:xfrm>
            <a:off x="1586752" y="4572579"/>
            <a:ext cx="6646247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함수형 프로그래밍 기법 사용</a:t>
            </a:r>
          </a:p>
        </p:txBody>
      </p:sp>
    </p:spTree>
    <p:extLst>
      <p:ext uri="{BB962C8B-B14F-4D97-AF65-F5344CB8AC3E}">
        <p14:creationId xmlns:p14="http://schemas.microsoft.com/office/powerpoint/2010/main" val="24640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프로그래밍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(Reactive Programming)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088435"/>
            <a:ext cx="7465202" cy="5756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명령형 프로그래밍의 예시</a:t>
            </a:r>
            <a:endParaRPr lang="en-US" altLang="ko-KR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035BCC-12AD-40D0-A7FD-17F86840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101" y="3778572"/>
            <a:ext cx="6442314" cy="136492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List&lt;Integer&gt; numbers = Arrays.</a:t>
            </a:r>
            <a:r>
              <a:rPr kumimoji="0" lang="ko-KR" altLang="ko-KR" sz="13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asList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21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10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8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11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sum = numbers.stream()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   .filter(number -&gt; number &gt;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6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&amp;&amp; (number %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2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!=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))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   .mapToInt(number -&gt; number)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   .sum()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C7BFEE-814E-4720-9099-36969FF6E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099" y="1605418"/>
            <a:ext cx="6442315" cy="168253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List&lt;Integer&gt; numbers = Arrays.</a:t>
            </a:r>
            <a:r>
              <a:rPr kumimoji="0" lang="ko-KR" altLang="ko-KR" sz="13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asList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21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10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8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11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sum =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number : numbers){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(number &gt;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6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&amp;&amp; (number %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2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!=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)){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    sum += number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 </a:t>
            </a: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3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2961D176-2BC1-4CF4-BA03-6452DBB7525B}"/>
              </a:ext>
            </a:extLst>
          </p:cNvPr>
          <p:cNvSpPr txBox="1">
            <a:spLocks/>
          </p:cNvSpPr>
          <p:nvPr/>
        </p:nvSpPr>
        <p:spPr>
          <a:xfrm>
            <a:off x="1206100" y="3278205"/>
            <a:ext cx="7465202" cy="575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선언형 프로그래밍의 예시</a:t>
            </a:r>
            <a:endParaRPr lang="en-US" altLang="ko-KR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1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스트림즈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(Reactive Streams)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267586"/>
            <a:ext cx="7465202" cy="89580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리액티브 프로그래밍을 표준화 한 명세</a:t>
            </a:r>
            <a:endParaRPr lang="en-US" altLang="ko-KR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76200" lvl="0" indent="0">
              <a:buNone/>
            </a:pPr>
            <a:r>
              <a:rPr lang="en-US" altLang="ko-KR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11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hlinkClick r:id="rId3"/>
              </a:rPr>
              <a:t>https://github.com/reactive-streams/reactive-streams-jvm/blob/v1.0.3/README.md#specification</a:t>
            </a:r>
            <a:endParaRPr lang="en-US" altLang="ko-KR" sz="11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5C13A6F9-6C8E-40A8-907B-B623652C0971}"/>
              </a:ext>
            </a:extLst>
          </p:cNvPr>
          <p:cNvSpPr txBox="1">
            <a:spLocks/>
          </p:cNvSpPr>
          <p:nvPr/>
        </p:nvSpPr>
        <p:spPr>
          <a:xfrm>
            <a:off x="1206100" y="2433932"/>
            <a:ext cx="7026900" cy="54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Reactive Streams</a:t>
            </a:r>
            <a:r>
              <a: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구현한 구현체</a:t>
            </a: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3E80A32F-3E91-4B07-BC4C-D89332EA3919}"/>
              </a:ext>
            </a:extLst>
          </p:cNvPr>
          <p:cNvSpPr txBox="1">
            <a:spLocks/>
          </p:cNvSpPr>
          <p:nvPr/>
        </p:nvSpPr>
        <p:spPr>
          <a:xfrm>
            <a:off x="1586752" y="2867944"/>
            <a:ext cx="6646247" cy="421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RxJava</a:t>
            </a:r>
            <a:endParaRPr lang="ko-KR" altLang="en-US" sz="2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C3638C3B-547F-41DC-991C-2670EFA49C08}"/>
              </a:ext>
            </a:extLst>
          </p:cNvPr>
          <p:cNvSpPr txBox="1">
            <a:spLocks/>
          </p:cNvSpPr>
          <p:nvPr/>
        </p:nvSpPr>
        <p:spPr>
          <a:xfrm>
            <a:off x="1586752" y="3289396"/>
            <a:ext cx="6646247" cy="421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Java 9 Flow API</a:t>
            </a:r>
            <a:endParaRPr lang="ko-KR" altLang="en-US" sz="2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4065211C-05C8-4442-B4CF-037EB4E14D2F}"/>
              </a:ext>
            </a:extLst>
          </p:cNvPr>
          <p:cNvSpPr txBox="1">
            <a:spLocks/>
          </p:cNvSpPr>
          <p:nvPr/>
        </p:nvSpPr>
        <p:spPr>
          <a:xfrm>
            <a:off x="1586752" y="3735934"/>
            <a:ext cx="6646247" cy="421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Akka Streams</a:t>
            </a:r>
            <a:endParaRPr lang="ko-KR" altLang="en-US" sz="2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F5CA4701-CCF5-4338-B75D-1178C4063AB1}"/>
              </a:ext>
            </a:extLst>
          </p:cNvPr>
          <p:cNvSpPr txBox="1">
            <a:spLocks/>
          </p:cNvSpPr>
          <p:nvPr/>
        </p:nvSpPr>
        <p:spPr>
          <a:xfrm>
            <a:off x="1586752" y="4154772"/>
            <a:ext cx="6646247" cy="347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Reactor</a:t>
            </a:r>
            <a:endParaRPr lang="ko-KR" altLang="en-US" sz="2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F8A38608-2202-4092-AA3F-3B640D70CA6F}"/>
              </a:ext>
            </a:extLst>
          </p:cNvPr>
          <p:cNvSpPr txBox="1">
            <a:spLocks/>
          </p:cNvSpPr>
          <p:nvPr/>
        </p:nvSpPr>
        <p:spPr>
          <a:xfrm>
            <a:off x="1586752" y="4601310"/>
            <a:ext cx="6646247" cy="41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그 외 </a:t>
            </a:r>
            <a:r>
              <a:rPr lang="en-US" altLang="ko-KR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RxJS, RxScala, RxAndroid </a:t>
            </a:r>
            <a:r>
              <a:rPr lang="ko-KR" altLang="en-US" sz="2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등의 리액티브 확장</a:t>
            </a:r>
          </a:p>
        </p:txBody>
      </p:sp>
    </p:spTree>
    <p:extLst>
      <p:ext uri="{BB962C8B-B14F-4D97-AF65-F5344CB8AC3E}">
        <p14:creationId xmlns:p14="http://schemas.microsoft.com/office/powerpoint/2010/main" val="232592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Blocking I/O</a:t>
            </a:r>
            <a:r>
              <a:rPr lang="ko-KR" altLang="en-US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방식과 </a:t>
            </a:r>
            <a:endParaRPr lang="en-US" altLang="ko-KR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Non-Blocking I/O</a:t>
            </a:r>
            <a:r>
              <a:rPr lang="ko-KR" altLang="en-US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방식 이해하기</a:t>
            </a: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</a:p>
          <a:p>
            <a:pPr marL="0" indent="0">
              <a:buFont typeface="Encode Sans Semi Condensed Light"/>
              <a:buNone/>
            </a:pPr>
            <a:r>
              <a: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00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</a:t>
            </a:r>
            <a:endParaRPr lang="ko-KR" altLang="en-US" sz="20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802525" y="475776"/>
            <a:ext cx="7539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323</Words>
  <Application>Microsoft Office PowerPoint</Application>
  <PresentationFormat>화면 슬라이드 쇼(16:9)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나눔스퀘어라운드 ExtraBold</vt:lpstr>
      <vt:lpstr>Encode Sans Semi Condensed Light</vt:lpstr>
      <vt:lpstr>나눔스퀘어 ExtraBold</vt:lpstr>
      <vt:lpstr>Arial</vt:lpstr>
      <vt:lpstr>Encode Sans Semi Condensed SemiBold</vt:lpstr>
      <vt:lpstr>Arial Unicode MS</vt:lpstr>
      <vt:lpstr>나눔고딕 ExtraBold</vt:lpstr>
      <vt:lpstr>Ferdinand template</vt:lpstr>
      <vt:lpstr>Kevin의 알기 쉬운 </vt:lpstr>
      <vt:lpstr>리액티브 시스템(Reactive System)이란?</vt:lpstr>
      <vt:lpstr>리액티브 프로그래밍(Reactive Programming)이란?</vt:lpstr>
      <vt:lpstr>리액티브 프로그래밍(Reactive Programming)이란?</vt:lpstr>
      <vt:lpstr>리액티브 스트림즈(Reactive Streams)란?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35</cp:revision>
  <dcterms:modified xsi:type="dcterms:W3CDTF">2020-12-30T13:17:13Z</dcterms:modified>
</cp:coreProperties>
</file>