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3"/>
  </p:notesMasterIdLst>
  <p:sldIdLst>
    <p:sldId id="256" r:id="rId2"/>
    <p:sldId id="294" r:id="rId3"/>
    <p:sldId id="296" r:id="rId4"/>
    <p:sldId id="297" r:id="rId5"/>
    <p:sldId id="302" r:id="rId6"/>
    <p:sldId id="303" r:id="rId7"/>
    <p:sldId id="298" r:id="rId8"/>
    <p:sldId id="299" r:id="rId9"/>
    <p:sldId id="300" r:id="rId10"/>
    <p:sldId id="301" r:id="rId11"/>
    <p:sldId id="284" r:id="rId12"/>
  </p:sldIdLst>
  <p:sldSz cx="9144000" cy="5143500" type="screen16x9"/>
  <p:notesSz cx="6858000" cy="9144000"/>
  <p:embeddedFontLst>
    <p:embeddedFont>
      <p:font typeface="나눔고딕 ExtraBold" panose="020B0600000101010101" charset="-127"/>
      <p:bold r:id="rId14"/>
    </p:embeddedFont>
    <p:embeddedFont>
      <p:font typeface="나눔바른고딕" panose="020B0600000101010101" charset="-127"/>
      <p:regular r:id="rId15"/>
      <p:bold r:id="rId16"/>
    </p:embeddedFont>
    <p:embeddedFont>
      <p:font typeface="나눔스퀘어라운드 ExtraBold" panose="020B0600000101010101" charset="-127"/>
      <p:bold r:id="rId17"/>
    </p:embeddedFont>
    <p:embeddedFont>
      <p:font typeface="Encode Sans Semi Condensed Light" panose="020B0600000101010101" charset="0"/>
      <p:regular r:id="rId18"/>
      <p:bold r:id="rId19"/>
    </p:embeddedFont>
    <p:embeddedFont>
      <p:font typeface="Encode Sans Semi Condensed SemiBold" panose="00000706000000000000" charset="0"/>
      <p:regular r:id="rId20"/>
      <p:bold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9900"/>
    <a:srgbClr val="003399"/>
    <a:srgbClr val="0066FF"/>
    <a:srgbClr val="3333FF"/>
    <a:srgbClr val="6699FF"/>
    <a:srgbClr val="6666FF"/>
    <a:srgbClr val="0099FF"/>
    <a:srgbClr val="99CCFF"/>
    <a:srgbClr val="6DB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82" autoAdjust="0"/>
    <p:restoredTop sz="74706" autoAdjust="0"/>
  </p:normalViewPr>
  <p:slideViewPr>
    <p:cSldViewPr snapToGrid="0">
      <p:cViewPr varScale="1">
        <p:scale>
          <a:sx n="110" d="100"/>
          <a:sy n="110" d="100"/>
        </p:scale>
        <p:origin x="203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490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6079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435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20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036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066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158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8107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383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userDrawn="1">
  <p:cSld name="1_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6966" lvl="0" indent="-380805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3931" lvl="1" indent="-317337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0897" lvl="2" indent="-317337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7863" lvl="3" indent="-317337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4829" lvl="4" indent="-380805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1794" lvl="5" indent="-380805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198760" lvl="6" indent="-380805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5725" lvl="7" indent="-380805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2691" lvl="8" indent="-380805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3625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  <p:sldLayoutId id="2147483660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Backpressure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Publisher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와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Subscriber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간의 프로세스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240F637-2225-4226-8A5A-DA7F16B6E73F}"/>
              </a:ext>
            </a:extLst>
          </p:cNvPr>
          <p:cNvGrpSpPr/>
          <p:nvPr/>
        </p:nvGrpSpPr>
        <p:grpSpPr>
          <a:xfrm>
            <a:off x="1320329" y="1454988"/>
            <a:ext cx="997302" cy="3531080"/>
            <a:chOff x="1320329" y="1454988"/>
            <a:chExt cx="997302" cy="3531080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1FF4A35A-B2E9-4B94-A9B6-37C7541D0DDC}"/>
                </a:ext>
              </a:extLst>
            </p:cNvPr>
            <p:cNvSpPr>
              <a:spLocks/>
            </p:cNvSpPr>
            <p:nvPr/>
          </p:nvSpPr>
          <p:spPr>
            <a:xfrm>
              <a:off x="1320329" y="1454988"/>
              <a:ext cx="997302" cy="293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altLang="ko-KR" sz="1200">
                  <a:ln w="0"/>
                  <a:solidFill>
                    <a:srgbClr val="44546A"/>
                  </a:solidFill>
                  <a:effectLst/>
                  <a:latin typeface="나눔스퀘어라운드 ExtraBold" panose="020B0600000101010101" charset="-127"/>
                  <a:ea typeface="나눔스퀘어라운드 ExtraBold" panose="020B0600000101010101" charset="-127"/>
                  <a:cs typeface="Microsoft Himalaya" panose="01010100010101010101" pitchFamily="2" charset="0"/>
                </a:rPr>
                <a:t>Publisher</a:t>
              </a:r>
              <a:endParaRPr lang="ko-KR" altLang="en-US" sz="12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2AB23B4A-D3C2-464C-80DB-0842F2EC90D5}"/>
                </a:ext>
              </a:extLst>
            </p:cNvPr>
            <p:cNvCxnSpPr>
              <a:cxnSpLocks/>
              <a:stCxn id="71" idx="2"/>
            </p:cNvCxnSpPr>
            <p:nvPr/>
          </p:nvCxnSpPr>
          <p:spPr>
            <a:xfrm>
              <a:off x="1818980" y="1748287"/>
              <a:ext cx="0" cy="32377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AB1AA34-3EDC-4C18-82DF-A5B4B57B72E0}"/>
              </a:ext>
            </a:extLst>
          </p:cNvPr>
          <p:cNvGrpSpPr/>
          <p:nvPr/>
        </p:nvGrpSpPr>
        <p:grpSpPr>
          <a:xfrm>
            <a:off x="6185627" y="1454987"/>
            <a:ext cx="997302" cy="3490824"/>
            <a:chOff x="6185627" y="1454987"/>
            <a:chExt cx="997302" cy="349082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32237EE-515B-4851-8F2E-2DCC997E582E}"/>
                </a:ext>
              </a:extLst>
            </p:cNvPr>
            <p:cNvSpPr>
              <a:spLocks/>
            </p:cNvSpPr>
            <p:nvPr/>
          </p:nvSpPr>
          <p:spPr>
            <a:xfrm>
              <a:off x="6185627" y="1454987"/>
              <a:ext cx="997302" cy="293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altLang="ko-KR" sz="1200">
                  <a:ln w="0"/>
                  <a:solidFill>
                    <a:srgbClr val="44546A"/>
                  </a:solidFill>
                  <a:effectLst/>
                  <a:latin typeface="나눔스퀘어라운드 ExtraBold" panose="020B0600000101010101" charset="-127"/>
                  <a:ea typeface="나눔스퀘어라운드 ExtraBold" panose="020B0600000101010101" charset="-127"/>
                  <a:cs typeface="Microsoft Himalaya" panose="01010100010101010101" pitchFamily="2" charset="0"/>
                </a:rPr>
                <a:t>Subscriber</a:t>
              </a:r>
              <a:endParaRPr lang="ko-KR" altLang="en-US" sz="12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29967866-E271-4C16-AE37-4B3A19709575}"/>
                </a:ext>
              </a:extLst>
            </p:cNvPr>
            <p:cNvCxnSpPr>
              <a:cxnSpLocks/>
              <a:stCxn id="53" idx="2"/>
            </p:cNvCxnSpPr>
            <p:nvPr/>
          </p:nvCxnSpPr>
          <p:spPr>
            <a:xfrm>
              <a:off x="6684278" y="1748286"/>
              <a:ext cx="0" cy="31975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102049B-80F7-4D5C-B754-DB0FC4E32CEE}"/>
              </a:ext>
            </a:extLst>
          </p:cNvPr>
          <p:cNvGrpSpPr/>
          <p:nvPr/>
        </p:nvGrpSpPr>
        <p:grpSpPr>
          <a:xfrm>
            <a:off x="1857554" y="1823834"/>
            <a:ext cx="4803720" cy="246221"/>
            <a:chOff x="1857554" y="1823834"/>
            <a:chExt cx="4803720" cy="246221"/>
          </a:xfrm>
        </p:grpSpPr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4701EA0B-DDAC-460A-A908-F1477A1953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7554" y="2030083"/>
              <a:ext cx="48037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CC05138-BBCC-4FF9-B7E8-D5BFB068FB8A}"/>
                </a:ext>
              </a:extLst>
            </p:cNvPr>
            <p:cNvSpPr txBox="1"/>
            <p:nvPr/>
          </p:nvSpPr>
          <p:spPr>
            <a:xfrm>
              <a:off x="5126351" y="1823834"/>
              <a:ext cx="872401" cy="246221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solidFill>
                    <a:srgbClr val="0070C0"/>
                  </a:solidFill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subscribe</a:t>
              </a:r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()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D33684A-691B-4358-B9F6-D2F79C4C600B}"/>
              </a:ext>
            </a:extLst>
          </p:cNvPr>
          <p:cNvGrpSpPr/>
          <p:nvPr/>
        </p:nvGrpSpPr>
        <p:grpSpPr>
          <a:xfrm>
            <a:off x="1834550" y="2161085"/>
            <a:ext cx="4826724" cy="246221"/>
            <a:chOff x="1834550" y="2161085"/>
            <a:chExt cx="4826724" cy="246221"/>
          </a:xfrm>
        </p:grpSpPr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AC590637-6AB3-45A7-8395-6301A8901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7554" y="2369389"/>
              <a:ext cx="480372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8A59F02-B593-4187-8222-8A881B09C22A}"/>
                </a:ext>
              </a:extLst>
            </p:cNvPr>
            <p:cNvSpPr txBox="1"/>
            <p:nvPr/>
          </p:nvSpPr>
          <p:spPr>
            <a:xfrm>
              <a:off x="1834550" y="2161085"/>
              <a:ext cx="1757736" cy="246221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Send </a:t>
              </a:r>
              <a:r>
                <a:rPr lang="en-US" altLang="ko-KR" sz="1000">
                  <a:solidFill>
                    <a:srgbClr val="0070C0"/>
                  </a:solidFill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onSubscribe</a:t>
              </a:r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 signal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A9F092D-57A9-4746-B371-C4C13441889C}"/>
              </a:ext>
            </a:extLst>
          </p:cNvPr>
          <p:cNvGrpSpPr/>
          <p:nvPr/>
        </p:nvGrpSpPr>
        <p:grpSpPr>
          <a:xfrm>
            <a:off x="1857554" y="2512505"/>
            <a:ext cx="4803720" cy="246221"/>
            <a:chOff x="1857554" y="2512505"/>
            <a:chExt cx="4803720" cy="246221"/>
          </a:xfrm>
        </p:grpSpPr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2283FE8B-2D9B-4D7A-AA6C-AE32D70E14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7554" y="2714446"/>
              <a:ext cx="48037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1EA858E-2F01-4C35-AA33-34CC957E9774}"/>
                </a:ext>
              </a:extLst>
            </p:cNvPr>
            <p:cNvSpPr txBox="1"/>
            <p:nvPr/>
          </p:nvSpPr>
          <p:spPr>
            <a:xfrm>
              <a:off x="5126351" y="2512505"/>
              <a:ext cx="1395214" cy="246221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request</a:t>
              </a:r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 signal of N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C056482-862F-44AE-97E3-991A8BD0E909}"/>
              </a:ext>
            </a:extLst>
          </p:cNvPr>
          <p:cNvGrpSpPr/>
          <p:nvPr/>
        </p:nvGrpSpPr>
        <p:grpSpPr>
          <a:xfrm>
            <a:off x="1834550" y="2876542"/>
            <a:ext cx="4826724" cy="246221"/>
            <a:chOff x="1834550" y="2876542"/>
            <a:chExt cx="4826724" cy="246221"/>
          </a:xfrm>
        </p:grpSpPr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5D46E2CF-3375-46F1-AA79-96D2DADF13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7554" y="3122763"/>
              <a:ext cx="480372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B6F6649-4BD0-4277-86D1-005694006DE3}"/>
                </a:ext>
              </a:extLst>
            </p:cNvPr>
            <p:cNvSpPr txBox="1"/>
            <p:nvPr/>
          </p:nvSpPr>
          <p:spPr>
            <a:xfrm>
              <a:off x="1834550" y="2876542"/>
              <a:ext cx="1757736" cy="246221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Send </a:t>
              </a:r>
              <a:r>
                <a:rPr lang="en-US" altLang="ko-KR" sz="1000">
                  <a:solidFill>
                    <a:srgbClr val="0070C0"/>
                  </a:solidFill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onNext</a:t>
              </a:r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 signal of N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A741290-9A64-416A-8831-A6C25273332B}"/>
              </a:ext>
            </a:extLst>
          </p:cNvPr>
          <p:cNvGrpSpPr/>
          <p:nvPr/>
        </p:nvGrpSpPr>
        <p:grpSpPr>
          <a:xfrm>
            <a:off x="1834550" y="3796692"/>
            <a:ext cx="4826724" cy="246221"/>
            <a:chOff x="1834550" y="3796692"/>
            <a:chExt cx="4826724" cy="246221"/>
          </a:xfrm>
        </p:grpSpPr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C5C361C7-D05C-4EBA-B94D-E877D53922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7554" y="4042913"/>
              <a:ext cx="480372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C93F933-D51E-4CE8-BFE6-A023595C2B7F}"/>
                </a:ext>
              </a:extLst>
            </p:cNvPr>
            <p:cNvSpPr txBox="1"/>
            <p:nvPr/>
          </p:nvSpPr>
          <p:spPr>
            <a:xfrm>
              <a:off x="1834550" y="3796692"/>
              <a:ext cx="1757736" cy="246221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Send </a:t>
              </a:r>
              <a:r>
                <a:rPr lang="en-US" altLang="ko-KR" sz="1000">
                  <a:solidFill>
                    <a:srgbClr val="0070C0"/>
                  </a:solidFill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onNext</a:t>
              </a:r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 signal of N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921B2CD-8967-442B-AFF7-9C38EE62A49E}"/>
              </a:ext>
            </a:extLst>
          </p:cNvPr>
          <p:cNvGrpSpPr/>
          <p:nvPr/>
        </p:nvGrpSpPr>
        <p:grpSpPr>
          <a:xfrm>
            <a:off x="4072538" y="4184521"/>
            <a:ext cx="2311301" cy="397904"/>
            <a:chOff x="4072538" y="4184521"/>
            <a:chExt cx="2311301" cy="397904"/>
          </a:xfrm>
        </p:grpSpPr>
        <p:sp>
          <p:nvSpPr>
            <p:cNvPr id="93" name="화살표: 아래쪽 92">
              <a:extLst>
                <a:ext uri="{FF2B5EF4-FFF2-40B4-BE49-F238E27FC236}">
                  <a16:creationId xmlns:a16="http://schemas.microsoft.com/office/drawing/2014/main" id="{0E9B05C3-2548-466C-81ED-F35E0B3CC0C6}"/>
                </a:ext>
              </a:extLst>
            </p:cNvPr>
            <p:cNvSpPr/>
            <p:nvPr/>
          </p:nvSpPr>
          <p:spPr>
            <a:xfrm>
              <a:off x="4072538" y="4184521"/>
              <a:ext cx="186876" cy="397904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ko-KR" altLang="en-US" sz="100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F8C964E-CE4D-406B-9C39-91E715F66AD3}"/>
                </a:ext>
              </a:extLst>
            </p:cNvPr>
            <p:cNvSpPr txBox="1"/>
            <p:nvPr/>
          </p:nvSpPr>
          <p:spPr>
            <a:xfrm>
              <a:off x="4108764" y="4220318"/>
              <a:ext cx="2275075" cy="246221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repeat </a:t>
              </a:r>
              <a:r>
                <a:rPr lang="en-US" altLang="ko-KR" sz="1000">
                  <a:solidFill>
                    <a:srgbClr val="0070C0"/>
                  </a:solidFill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rquest</a:t>
              </a:r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 and </a:t>
              </a:r>
              <a:r>
                <a:rPr lang="en-US" altLang="ko-KR" sz="1000">
                  <a:solidFill>
                    <a:srgbClr val="0070C0"/>
                  </a:solidFill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onNext</a:t>
              </a:r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 signal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F53564D-C48D-4BE1-94A2-3BB933150593}"/>
              </a:ext>
            </a:extLst>
          </p:cNvPr>
          <p:cNvGrpSpPr/>
          <p:nvPr/>
        </p:nvGrpSpPr>
        <p:grpSpPr>
          <a:xfrm>
            <a:off x="1857554" y="3301044"/>
            <a:ext cx="4803720" cy="246221"/>
            <a:chOff x="1857554" y="3301044"/>
            <a:chExt cx="4803720" cy="246221"/>
          </a:xfrm>
        </p:grpSpPr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F72E4FAC-D66A-4468-8BD6-3EA74EF73A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7554" y="3536420"/>
              <a:ext cx="48037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2D05F60-C6E8-4C33-808C-D54E7AA95EA5}"/>
                </a:ext>
              </a:extLst>
            </p:cNvPr>
            <p:cNvSpPr txBox="1"/>
            <p:nvPr/>
          </p:nvSpPr>
          <p:spPr>
            <a:xfrm>
              <a:off x="5126351" y="3301044"/>
              <a:ext cx="1395214" cy="246221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solidFill>
                    <a:srgbClr val="0070C0"/>
                  </a:solidFill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request</a:t>
              </a:r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 signal of N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55EFAC6-E6D8-41FE-80B5-C84CC990C3FE}"/>
              </a:ext>
            </a:extLst>
          </p:cNvPr>
          <p:cNvGrpSpPr/>
          <p:nvPr/>
        </p:nvGrpSpPr>
        <p:grpSpPr>
          <a:xfrm>
            <a:off x="1777039" y="4565915"/>
            <a:ext cx="4884235" cy="246221"/>
            <a:chOff x="1777039" y="4565915"/>
            <a:chExt cx="4884235" cy="246221"/>
          </a:xfrm>
        </p:grpSpPr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6CAE4470-B40A-457E-ABEB-8518032556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7554" y="4795626"/>
              <a:ext cx="480372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D3E8F05-922B-4230-A138-C0BE50CBB267}"/>
                </a:ext>
              </a:extLst>
            </p:cNvPr>
            <p:cNvSpPr txBox="1"/>
            <p:nvPr/>
          </p:nvSpPr>
          <p:spPr>
            <a:xfrm>
              <a:off x="1777039" y="4565915"/>
              <a:ext cx="2881223" cy="246221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Send </a:t>
              </a:r>
              <a:r>
                <a:rPr lang="en-US" altLang="ko-KR" sz="1000">
                  <a:solidFill>
                    <a:srgbClr val="0070C0"/>
                  </a:solidFill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onComplete</a:t>
              </a:r>
              <a:r>
                <a:rPr lang="en-US" altLang="ko-KR" sz="1000">
                  <a:latin typeface="나눔스퀘어라운드 ExtraBold" panose="020B0600000101010101" charset="-127"/>
                  <a:ea typeface="나눔스퀘어라운드 ExtraBold" panose="020B0600000101010101" charset="-127"/>
                </a:rPr>
                <a:t> signal</a:t>
              </a:r>
              <a:endParaRPr lang="ko-KR" altLang="en-US" sz="1000">
                <a:latin typeface="나눔스퀘어라운드 ExtraBold" panose="020B0600000101010101" charset="-127"/>
                <a:ea typeface="나눔스퀘어라운드 ExtraBold" panose="020B0600000101010101" charset="-127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986A0CF3-6C26-44C8-8257-1740E07B0E1F}"/>
              </a:ext>
            </a:extLst>
          </p:cNvPr>
          <p:cNvSpPr txBox="1"/>
          <p:nvPr/>
        </p:nvSpPr>
        <p:spPr>
          <a:xfrm>
            <a:off x="1777039" y="4796452"/>
            <a:ext cx="2881223" cy="24622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(if an error happen, send </a:t>
            </a:r>
            <a:r>
              <a:rPr lang="en-US" altLang="ko-KR" sz="100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onError</a:t>
            </a:r>
            <a:r>
              <a:rPr lang="en-US" altLang="ko-KR" sz="100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signal)</a:t>
            </a:r>
            <a:endParaRPr lang="ko-KR" altLang="en-US" sz="100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154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Backpressure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란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283808"/>
            <a:ext cx="7465202" cy="65472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되는 데이터를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쪽에서 안정적으로 처리하기 위한 제어 기능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32A5597-61A2-49AA-ABD9-519D13DA7366}"/>
              </a:ext>
            </a:extLst>
          </p:cNvPr>
          <p:cNvGrpSpPr/>
          <p:nvPr/>
        </p:nvGrpSpPr>
        <p:grpSpPr>
          <a:xfrm>
            <a:off x="1569613" y="2048894"/>
            <a:ext cx="997302" cy="2937174"/>
            <a:chOff x="1320329" y="1454988"/>
            <a:chExt cx="997302" cy="353108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145EB04-A2D2-41C5-B928-B04B89D2DECF}"/>
                </a:ext>
              </a:extLst>
            </p:cNvPr>
            <p:cNvSpPr>
              <a:spLocks/>
            </p:cNvSpPr>
            <p:nvPr/>
          </p:nvSpPr>
          <p:spPr>
            <a:xfrm>
              <a:off x="1320329" y="1454988"/>
              <a:ext cx="997302" cy="293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altLang="ko-KR" sz="1200">
                  <a:ln w="0"/>
                  <a:solidFill>
                    <a:srgbClr val="44546A"/>
                  </a:solidFill>
                  <a:effectLst/>
                  <a:latin typeface="나눔스퀘어라운드 ExtraBold" panose="020B0600000101010101" charset="-127"/>
                  <a:ea typeface="나눔스퀘어라운드 ExtraBold" panose="020B0600000101010101" charset="-127"/>
                  <a:cs typeface="Microsoft Himalaya" panose="01010100010101010101" pitchFamily="2" charset="0"/>
                </a:rPr>
                <a:t>Publisher</a:t>
              </a:r>
              <a:endParaRPr lang="ko-KR" altLang="en-US" sz="12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570193C5-6874-406F-9C6E-C87D802713ED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818980" y="1748287"/>
              <a:ext cx="0" cy="323778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1B1FE363-1F04-4347-B571-4AD0D8945A26}"/>
              </a:ext>
            </a:extLst>
          </p:cNvPr>
          <p:cNvGrpSpPr/>
          <p:nvPr/>
        </p:nvGrpSpPr>
        <p:grpSpPr>
          <a:xfrm>
            <a:off x="6434911" y="2048893"/>
            <a:ext cx="997302" cy="2896917"/>
            <a:chOff x="6185627" y="1454987"/>
            <a:chExt cx="997302" cy="349082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B1C6EFE-3558-41B7-A667-DE022DBB92CC}"/>
                </a:ext>
              </a:extLst>
            </p:cNvPr>
            <p:cNvSpPr>
              <a:spLocks/>
            </p:cNvSpPr>
            <p:nvPr/>
          </p:nvSpPr>
          <p:spPr>
            <a:xfrm>
              <a:off x="6185627" y="1454987"/>
              <a:ext cx="997302" cy="293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altLang="ko-KR" sz="1200">
                  <a:ln w="0"/>
                  <a:solidFill>
                    <a:srgbClr val="44546A"/>
                  </a:solidFill>
                  <a:effectLst/>
                  <a:latin typeface="나눔스퀘어라운드 ExtraBold" panose="020B0600000101010101" charset="-127"/>
                  <a:ea typeface="나눔스퀘어라운드 ExtraBold" panose="020B0600000101010101" charset="-127"/>
                  <a:cs typeface="Microsoft Himalaya" panose="01010100010101010101" pitchFamily="2" charset="0"/>
                </a:rPr>
                <a:t>Subscriber</a:t>
              </a:r>
              <a:endParaRPr lang="ko-KR" altLang="en-US" sz="1200">
                <a:ln w="0"/>
                <a:solidFill>
                  <a:srgbClr val="44546A"/>
                </a:solidFill>
                <a:effectLst/>
                <a:latin typeface="나눔스퀘어라운드 ExtraBold" panose="020B0600000101010101" charset="-127"/>
                <a:ea typeface="나눔스퀘어라운드 ExtraBold" panose="020B0600000101010101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9C25A6EA-2C23-4962-8A63-E30109C202E6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6684278" y="1748286"/>
              <a:ext cx="0" cy="319752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8272DD5E-4D35-412B-BE83-9066CCA6CC85}"/>
              </a:ext>
            </a:extLst>
          </p:cNvPr>
          <p:cNvGrpSpPr/>
          <p:nvPr/>
        </p:nvGrpSpPr>
        <p:grpSpPr>
          <a:xfrm>
            <a:off x="1928758" y="4038865"/>
            <a:ext cx="468775" cy="325551"/>
            <a:chOff x="1679474" y="4038865"/>
            <a:chExt cx="468775" cy="32555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316A013-A7F8-448D-A1A3-3639739DF2AD}"/>
                </a:ext>
              </a:extLst>
            </p:cNvPr>
            <p:cNvSpPr txBox="1"/>
            <p:nvPr/>
          </p:nvSpPr>
          <p:spPr>
            <a:xfrm>
              <a:off x="1679474" y="4038865"/>
              <a:ext cx="468775" cy="2212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0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...</a:t>
              </a:r>
              <a:endParaRPr lang="ko-KR" altLang="en-US" sz="10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9D1A71-275E-4603-B22F-022D63055180}"/>
                </a:ext>
              </a:extLst>
            </p:cNvPr>
            <p:cNvSpPr txBox="1"/>
            <p:nvPr/>
          </p:nvSpPr>
          <p:spPr>
            <a:xfrm>
              <a:off x="1679474" y="4143128"/>
              <a:ext cx="468775" cy="2212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0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...</a:t>
              </a:r>
              <a:endParaRPr lang="ko-KR" altLang="en-US" sz="10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5ED091FE-F4DA-42DD-9122-7255EC2933E8}"/>
              </a:ext>
            </a:extLst>
          </p:cNvPr>
          <p:cNvGrpSpPr/>
          <p:nvPr/>
        </p:nvGrpSpPr>
        <p:grpSpPr>
          <a:xfrm>
            <a:off x="1738994" y="2351956"/>
            <a:ext cx="6011216" cy="361548"/>
            <a:chOff x="1489710" y="2351956"/>
            <a:chExt cx="6011216" cy="361548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A45CF20A-2353-4E13-8DED-F64203097FDB}"/>
                </a:ext>
              </a:extLst>
            </p:cNvPr>
            <p:cNvGrpSpPr/>
            <p:nvPr/>
          </p:nvGrpSpPr>
          <p:grpSpPr>
            <a:xfrm>
              <a:off x="1489710" y="2429996"/>
              <a:ext cx="6011216" cy="283508"/>
              <a:chOff x="1489710" y="2429996"/>
              <a:chExt cx="6011216" cy="283508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7EDA8AA8-F045-45F7-B5F1-74BA5D9DBC04}"/>
                  </a:ext>
                </a:extLst>
              </p:cNvPr>
              <p:cNvGrpSpPr/>
              <p:nvPr/>
            </p:nvGrpSpPr>
            <p:grpSpPr>
              <a:xfrm>
                <a:off x="1489710" y="2429996"/>
                <a:ext cx="658540" cy="283508"/>
                <a:chOff x="4493478" y="2354621"/>
                <a:chExt cx="476939" cy="283508"/>
              </a:xfrm>
            </p:grpSpPr>
            <p:pic>
              <p:nvPicPr>
                <p:cNvPr id="10" name="그림 9" descr="텍스트이(가) 표시된 사진&#10;&#10;자동 생성된 설명">
                  <a:extLst>
                    <a:ext uri="{FF2B5EF4-FFF2-40B4-BE49-F238E27FC236}">
                      <a16:creationId xmlns:a16="http://schemas.microsoft.com/office/drawing/2014/main" id="{8FD6A77F-A25C-405E-A450-35775D5A96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01626" y="2354621"/>
                  <a:ext cx="468791" cy="283508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5384F05-EA0A-49A0-9611-DA6068DD8574}"/>
                    </a:ext>
                  </a:extLst>
                </p:cNvPr>
                <p:cNvSpPr txBox="1"/>
                <p:nvPr/>
              </p:nvSpPr>
              <p:spPr>
                <a:xfrm>
                  <a:off x="4493478" y="2359607"/>
                  <a:ext cx="468775" cy="221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ko-KR" sz="800"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data 1</a:t>
                  </a:r>
                  <a:endParaRPr lang="ko-KR" altLang="en-US" sz="800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088E468D-B485-4F70-92F6-154D247335D8}"/>
                  </a:ext>
                </a:extLst>
              </p:cNvPr>
              <p:cNvGrpSpPr/>
              <p:nvPr/>
            </p:nvGrpSpPr>
            <p:grpSpPr>
              <a:xfrm>
                <a:off x="6355008" y="2429996"/>
                <a:ext cx="658540" cy="283508"/>
                <a:chOff x="4493478" y="2354621"/>
                <a:chExt cx="476939" cy="283508"/>
              </a:xfrm>
            </p:grpSpPr>
            <p:pic>
              <p:nvPicPr>
                <p:cNvPr id="44" name="그림 43" descr="텍스트이(가) 표시된 사진&#10;&#10;자동 생성된 설명">
                  <a:extLst>
                    <a:ext uri="{FF2B5EF4-FFF2-40B4-BE49-F238E27FC236}">
                      <a16:creationId xmlns:a16="http://schemas.microsoft.com/office/drawing/2014/main" id="{9E686160-EDFA-4CA6-8E8B-8BAF604CD5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01626" y="2354621"/>
                  <a:ext cx="468791" cy="283508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1A72413-0006-49E2-AAA1-DD6CAB227C70}"/>
                    </a:ext>
                  </a:extLst>
                </p:cNvPr>
                <p:cNvSpPr txBox="1"/>
                <p:nvPr/>
              </p:nvSpPr>
              <p:spPr>
                <a:xfrm>
                  <a:off x="4493478" y="2359607"/>
                  <a:ext cx="468775" cy="221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ko-KR" sz="800"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data 1</a:t>
                  </a:r>
                  <a:endParaRPr lang="ko-KR" altLang="en-US" sz="800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F4DF4D-405B-4F20-B65D-F525D985E0DC}"/>
                  </a:ext>
                </a:extLst>
              </p:cNvPr>
              <p:cNvSpPr txBox="1"/>
              <p:nvPr/>
            </p:nvSpPr>
            <p:spPr>
              <a:xfrm>
                <a:off x="6974820" y="2448639"/>
                <a:ext cx="5261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처리중</a:t>
                </a:r>
              </a:p>
            </p:txBody>
          </p: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9D8CFA69-6C44-4B86-A397-3C51742E895E}"/>
                  </a:ext>
                </a:extLst>
              </p:cNvPr>
              <p:cNvCxnSpPr>
                <a:stCxn id="11" idx="3"/>
                <a:endCxn id="45" idx="1"/>
              </p:cNvCxnSpPr>
              <p:nvPr/>
            </p:nvCxnSpPr>
            <p:spPr>
              <a:xfrm>
                <a:off x="2136977" y="2545626"/>
                <a:ext cx="421803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76ABF5C-8745-4FBC-8404-D825116DB86E}"/>
                </a:ext>
              </a:extLst>
            </p:cNvPr>
            <p:cNvSpPr txBox="1"/>
            <p:nvPr/>
          </p:nvSpPr>
          <p:spPr>
            <a:xfrm>
              <a:off x="2372575" y="2351956"/>
              <a:ext cx="4491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emit</a:t>
              </a:r>
              <a:endParaRPr lang="ko-KR" altLang="en-US" sz="10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7382487C-23E9-4B14-A1D0-4A2917035690}"/>
              </a:ext>
            </a:extLst>
          </p:cNvPr>
          <p:cNvGrpSpPr/>
          <p:nvPr/>
        </p:nvGrpSpPr>
        <p:grpSpPr>
          <a:xfrm>
            <a:off x="664998" y="2475066"/>
            <a:ext cx="818844" cy="2243515"/>
            <a:chOff x="415714" y="2475066"/>
            <a:chExt cx="818844" cy="2243515"/>
          </a:xfrm>
        </p:grpSpPr>
        <p:sp>
          <p:nvSpPr>
            <p:cNvPr id="69" name="화살표: 아래쪽 68">
              <a:extLst>
                <a:ext uri="{FF2B5EF4-FFF2-40B4-BE49-F238E27FC236}">
                  <a16:creationId xmlns:a16="http://schemas.microsoft.com/office/drawing/2014/main" id="{EF2CA9BF-DF69-4D25-8C65-92DDE0DAACD8}"/>
                </a:ext>
              </a:extLst>
            </p:cNvPr>
            <p:cNvSpPr/>
            <p:nvPr/>
          </p:nvSpPr>
          <p:spPr>
            <a:xfrm>
              <a:off x="1034159" y="2475066"/>
              <a:ext cx="200399" cy="2243515"/>
            </a:xfrm>
            <a:prstGeom prst="down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A6C34CB-56A2-42C9-90BB-E39F37AFEAEE}"/>
                </a:ext>
              </a:extLst>
            </p:cNvPr>
            <p:cNvSpPr txBox="1"/>
            <p:nvPr/>
          </p:nvSpPr>
          <p:spPr>
            <a:xfrm>
              <a:off x="415714" y="2690494"/>
              <a:ext cx="7236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emit</a:t>
              </a:r>
              <a:r>
                <a:rPr lang="ko-KR" altLang="en-US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속도가 빠르다</a:t>
              </a:r>
            </a:p>
          </p:txBody>
        </p: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09D2A8BB-6085-4904-8811-1ACE0223C295}"/>
              </a:ext>
            </a:extLst>
          </p:cNvPr>
          <p:cNvGrpSpPr/>
          <p:nvPr/>
        </p:nvGrpSpPr>
        <p:grpSpPr>
          <a:xfrm>
            <a:off x="7792124" y="2455582"/>
            <a:ext cx="879178" cy="466552"/>
            <a:chOff x="7542840" y="2455582"/>
            <a:chExt cx="879178" cy="466552"/>
          </a:xfrm>
        </p:grpSpPr>
        <p:sp>
          <p:nvSpPr>
            <p:cNvPr id="91" name="화살표: 아래쪽 90">
              <a:extLst>
                <a:ext uri="{FF2B5EF4-FFF2-40B4-BE49-F238E27FC236}">
                  <a16:creationId xmlns:a16="http://schemas.microsoft.com/office/drawing/2014/main" id="{1C85D710-DA28-4A9F-9C0C-CD3BE4E352C5}"/>
                </a:ext>
              </a:extLst>
            </p:cNvPr>
            <p:cNvSpPr/>
            <p:nvPr/>
          </p:nvSpPr>
          <p:spPr>
            <a:xfrm>
              <a:off x="7542840" y="2475067"/>
              <a:ext cx="200399" cy="447067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FB1108A-8636-4086-835B-F0304079B423}"/>
                </a:ext>
              </a:extLst>
            </p:cNvPr>
            <p:cNvSpPr txBox="1"/>
            <p:nvPr/>
          </p:nvSpPr>
          <p:spPr>
            <a:xfrm>
              <a:off x="7698410" y="2455582"/>
              <a:ext cx="7236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처리 속도가 느리다</a:t>
              </a: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D25E4205-031C-4128-BDC7-E86099AD9A71}"/>
              </a:ext>
            </a:extLst>
          </p:cNvPr>
          <p:cNvGrpSpPr/>
          <p:nvPr/>
        </p:nvGrpSpPr>
        <p:grpSpPr>
          <a:xfrm>
            <a:off x="1738994" y="2714418"/>
            <a:ext cx="4483865" cy="344570"/>
            <a:chOff x="1489710" y="2714418"/>
            <a:chExt cx="4483865" cy="344570"/>
          </a:xfrm>
        </p:grpSpPr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01B20B5D-6443-4D54-A41D-6BC6F49D58C3}"/>
                </a:ext>
              </a:extLst>
            </p:cNvPr>
            <p:cNvGrpSpPr/>
            <p:nvPr/>
          </p:nvGrpSpPr>
          <p:grpSpPr>
            <a:xfrm>
              <a:off x="1489710" y="2775480"/>
              <a:ext cx="4483865" cy="283508"/>
              <a:chOff x="1489710" y="2775480"/>
              <a:chExt cx="4483865" cy="283508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463187FF-A53D-4399-807B-57F052CA17DC}"/>
                  </a:ext>
                </a:extLst>
              </p:cNvPr>
              <p:cNvGrpSpPr/>
              <p:nvPr/>
            </p:nvGrpSpPr>
            <p:grpSpPr>
              <a:xfrm>
                <a:off x="1489710" y="2775480"/>
                <a:ext cx="658540" cy="283508"/>
                <a:chOff x="4493478" y="2354621"/>
                <a:chExt cx="476939" cy="283508"/>
              </a:xfrm>
            </p:grpSpPr>
            <p:pic>
              <p:nvPicPr>
                <p:cNvPr id="29" name="그림 28" descr="텍스트이(가) 표시된 사진&#10;&#10;자동 생성된 설명">
                  <a:extLst>
                    <a:ext uri="{FF2B5EF4-FFF2-40B4-BE49-F238E27FC236}">
                      <a16:creationId xmlns:a16="http://schemas.microsoft.com/office/drawing/2014/main" id="{2A58CE11-8323-4D41-BE0A-A5C1B97BB2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01626" y="2354621"/>
                  <a:ext cx="468791" cy="283508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F1C2C2E-7EE9-4A5A-8D2E-4E4E86006838}"/>
                    </a:ext>
                  </a:extLst>
                </p:cNvPr>
                <p:cNvSpPr txBox="1"/>
                <p:nvPr/>
              </p:nvSpPr>
              <p:spPr>
                <a:xfrm>
                  <a:off x="4493478" y="2359607"/>
                  <a:ext cx="468775" cy="221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ko-KR" sz="800"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data 2</a:t>
                  </a:r>
                  <a:endParaRPr lang="ko-KR" altLang="en-US" sz="800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F7D740CF-AECA-4C97-8FF6-CF57C05384CE}"/>
                  </a:ext>
                </a:extLst>
              </p:cNvPr>
              <p:cNvGrpSpPr/>
              <p:nvPr/>
            </p:nvGrpSpPr>
            <p:grpSpPr>
              <a:xfrm>
                <a:off x="2136977" y="2794136"/>
                <a:ext cx="3836598" cy="246221"/>
                <a:chOff x="2136977" y="2794136"/>
                <a:chExt cx="3836598" cy="246221"/>
              </a:xfrm>
            </p:grpSpPr>
            <p:grpSp>
              <p:nvGrpSpPr>
                <p:cNvPr id="54" name="그룹 53">
                  <a:extLst>
                    <a:ext uri="{FF2B5EF4-FFF2-40B4-BE49-F238E27FC236}">
                      <a16:creationId xmlns:a16="http://schemas.microsoft.com/office/drawing/2014/main" id="{BD715E46-12DB-45D4-92C1-CF15B1854E48}"/>
                    </a:ext>
                  </a:extLst>
                </p:cNvPr>
                <p:cNvGrpSpPr/>
                <p:nvPr/>
              </p:nvGrpSpPr>
              <p:grpSpPr>
                <a:xfrm>
                  <a:off x="2136977" y="2821900"/>
                  <a:ext cx="3342891" cy="203730"/>
                  <a:chOff x="2136977" y="2821900"/>
                  <a:chExt cx="3342891" cy="203730"/>
                </a:xfrm>
              </p:grpSpPr>
              <p:cxnSp>
                <p:nvCxnSpPr>
                  <p:cNvPr id="50" name="직선 화살표 연결선 49">
                    <a:extLst>
                      <a:ext uri="{FF2B5EF4-FFF2-40B4-BE49-F238E27FC236}">
                        <a16:creationId xmlns:a16="http://schemas.microsoft.com/office/drawing/2014/main" id="{30020BBE-A05A-48D5-9611-A348FF47E4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36977" y="2922134"/>
                    <a:ext cx="333636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직선 화살표 연결선 52">
                    <a:extLst>
                      <a:ext uri="{FF2B5EF4-FFF2-40B4-BE49-F238E27FC236}">
                        <a16:creationId xmlns:a16="http://schemas.microsoft.com/office/drawing/2014/main" id="{55AEA717-22AC-4103-8EA7-1432999B26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79868" y="2821900"/>
                    <a:ext cx="0" cy="20373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E86AEDE-9926-49A7-86AF-1337C4A478CA}"/>
                    </a:ext>
                  </a:extLst>
                </p:cNvPr>
                <p:cNvSpPr txBox="1"/>
                <p:nvPr/>
              </p:nvSpPr>
              <p:spPr>
                <a:xfrm>
                  <a:off x="5447469" y="2794136"/>
                  <a:ext cx="52610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대기중</a:t>
                  </a:r>
                </a:p>
              </p:txBody>
            </p:sp>
          </p:grp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A83E120-BB3C-4510-BCA1-0BACCA206879}"/>
                </a:ext>
              </a:extLst>
            </p:cNvPr>
            <p:cNvSpPr txBox="1"/>
            <p:nvPr/>
          </p:nvSpPr>
          <p:spPr>
            <a:xfrm>
              <a:off x="2373309" y="2714418"/>
              <a:ext cx="4491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emit</a:t>
              </a:r>
              <a:endParaRPr lang="ko-KR" altLang="en-US" sz="10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C0B050AB-DC36-4BA1-931B-613BCF6AC5CF}"/>
              </a:ext>
            </a:extLst>
          </p:cNvPr>
          <p:cNvGrpSpPr/>
          <p:nvPr/>
        </p:nvGrpSpPr>
        <p:grpSpPr>
          <a:xfrm>
            <a:off x="1738994" y="3023993"/>
            <a:ext cx="4483865" cy="380479"/>
            <a:chOff x="1489710" y="3023993"/>
            <a:chExt cx="4483865" cy="380479"/>
          </a:xfrm>
        </p:grpSpPr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BCF5B27B-93DC-40E4-B91A-C67E55691BE5}"/>
                </a:ext>
              </a:extLst>
            </p:cNvPr>
            <p:cNvGrpSpPr/>
            <p:nvPr/>
          </p:nvGrpSpPr>
          <p:grpSpPr>
            <a:xfrm>
              <a:off x="1489710" y="3106677"/>
              <a:ext cx="4483865" cy="297795"/>
              <a:chOff x="1489710" y="3106677"/>
              <a:chExt cx="4483865" cy="297795"/>
            </a:xfrm>
          </p:grpSpPr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3F90BC2D-EFDA-4F74-B49E-01DAD07F2155}"/>
                  </a:ext>
                </a:extLst>
              </p:cNvPr>
              <p:cNvGrpSpPr/>
              <p:nvPr/>
            </p:nvGrpSpPr>
            <p:grpSpPr>
              <a:xfrm>
                <a:off x="1489710" y="3120964"/>
                <a:ext cx="658540" cy="283508"/>
                <a:chOff x="4493478" y="2354621"/>
                <a:chExt cx="476939" cy="283508"/>
              </a:xfrm>
            </p:grpSpPr>
            <p:pic>
              <p:nvPicPr>
                <p:cNvPr id="32" name="그림 31" descr="텍스트이(가) 표시된 사진&#10;&#10;자동 생성된 설명">
                  <a:extLst>
                    <a:ext uri="{FF2B5EF4-FFF2-40B4-BE49-F238E27FC236}">
                      <a16:creationId xmlns:a16="http://schemas.microsoft.com/office/drawing/2014/main" id="{68591AE5-AD3F-4F6D-BA00-A76640B668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01626" y="2354621"/>
                  <a:ext cx="468791" cy="283508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1709948-D24C-4AA5-B904-74DAA71AF277}"/>
                    </a:ext>
                  </a:extLst>
                </p:cNvPr>
                <p:cNvSpPr txBox="1"/>
                <p:nvPr/>
              </p:nvSpPr>
              <p:spPr>
                <a:xfrm>
                  <a:off x="4493478" y="2359607"/>
                  <a:ext cx="468775" cy="221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ko-KR" sz="800"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data 3</a:t>
                  </a:r>
                  <a:endParaRPr lang="ko-KR" altLang="en-US" sz="800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78ACFB80-CC89-45A5-AF9F-71FDB1B5FE51}"/>
                  </a:ext>
                </a:extLst>
              </p:cNvPr>
              <p:cNvGrpSpPr/>
              <p:nvPr/>
            </p:nvGrpSpPr>
            <p:grpSpPr>
              <a:xfrm>
                <a:off x="2136977" y="3106677"/>
                <a:ext cx="3836598" cy="246221"/>
                <a:chOff x="2136977" y="2794136"/>
                <a:chExt cx="3836598" cy="246221"/>
              </a:xfrm>
            </p:grpSpPr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042EE17A-5085-4EC5-B100-786A380736E1}"/>
                    </a:ext>
                  </a:extLst>
                </p:cNvPr>
                <p:cNvGrpSpPr/>
                <p:nvPr/>
              </p:nvGrpSpPr>
              <p:grpSpPr>
                <a:xfrm>
                  <a:off x="2136977" y="2821900"/>
                  <a:ext cx="3342891" cy="203730"/>
                  <a:chOff x="2136977" y="2821900"/>
                  <a:chExt cx="3342891" cy="203730"/>
                </a:xfrm>
              </p:grpSpPr>
              <p:cxnSp>
                <p:nvCxnSpPr>
                  <p:cNvPr id="73" name="직선 화살표 연결선 72">
                    <a:extLst>
                      <a:ext uri="{FF2B5EF4-FFF2-40B4-BE49-F238E27FC236}">
                        <a16:creationId xmlns:a16="http://schemas.microsoft.com/office/drawing/2014/main" id="{30B90CE5-468A-4609-8F30-5AED0EEA6C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36977" y="2922134"/>
                    <a:ext cx="333636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직선 화살표 연결선 73">
                    <a:extLst>
                      <a:ext uri="{FF2B5EF4-FFF2-40B4-BE49-F238E27FC236}">
                        <a16:creationId xmlns:a16="http://schemas.microsoft.com/office/drawing/2014/main" id="{E193AF3B-920F-40BB-9E73-F861EC5B9B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79868" y="2821900"/>
                    <a:ext cx="0" cy="20373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61DCD20A-8A7F-4E1A-9564-4E21760E4E34}"/>
                    </a:ext>
                  </a:extLst>
                </p:cNvPr>
                <p:cNvSpPr txBox="1"/>
                <p:nvPr/>
              </p:nvSpPr>
              <p:spPr>
                <a:xfrm>
                  <a:off x="5447469" y="2794136"/>
                  <a:ext cx="52610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대기중</a:t>
                  </a:r>
                </a:p>
              </p:txBody>
            </p:sp>
          </p:grp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CF0310C-F2EB-41F0-8706-10DE2C551F4F}"/>
                </a:ext>
              </a:extLst>
            </p:cNvPr>
            <p:cNvSpPr txBox="1"/>
            <p:nvPr/>
          </p:nvSpPr>
          <p:spPr>
            <a:xfrm>
              <a:off x="2372575" y="3023993"/>
              <a:ext cx="4491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emit</a:t>
              </a:r>
              <a:endParaRPr lang="ko-KR" altLang="en-US" sz="10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FBB4A22E-639F-4861-8E43-C232F26E3E5B}"/>
              </a:ext>
            </a:extLst>
          </p:cNvPr>
          <p:cNvGrpSpPr/>
          <p:nvPr/>
        </p:nvGrpSpPr>
        <p:grpSpPr>
          <a:xfrm>
            <a:off x="1738994" y="3393244"/>
            <a:ext cx="4483865" cy="356712"/>
            <a:chOff x="1489710" y="3393244"/>
            <a:chExt cx="4483865" cy="356712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C8609724-7988-4C7D-B708-914AEB480A8C}"/>
                </a:ext>
              </a:extLst>
            </p:cNvPr>
            <p:cNvGrpSpPr/>
            <p:nvPr/>
          </p:nvGrpSpPr>
          <p:grpSpPr>
            <a:xfrm>
              <a:off x="1489710" y="3466448"/>
              <a:ext cx="4483865" cy="283508"/>
              <a:chOff x="1489710" y="3466448"/>
              <a:chExt cx="4483865" cy="283508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0002DE89-CCF2-4C8C-A4FB-1861BADA5B68}"/>
                  </a:ext>
                </a:extLst>
              </p:cNvPr>
              <p:cNvGrpSpPr/>
              <p:nvPr/>
            </p:nvGrpSpPr>
            <p:grpSpPr>
              <a:xfrm>
                <a:off x="1489710" y="3466448"/>
                <a:ext cx="658540" cy="283508"/>
                <a:chOff x="4493478" y="2354621"/>
                <a:chExt cx="476939" cy="283508"/>
              </a:xfrm>
            </p:grpSpPr>
            <p:pic>
              <p:nvPicPr>
                <p:cNvPr id="35" name="그림 34" descr="텍스트이(가) 표시된 사진&#10;&#10;자동 생성된 설명">
                  <a:extLst>
                    <a:ext uri="{FF2B5EF4-FFF2-40B4-BE49-F238E27FC236}">
                      <a16:creationId xmlns:a16="http://schemas.microsoft.com/office/drawing/2014/main" id="{4AF2B2A5-C1D0-4DF8-94CB-820B7750A1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01626" y="2354621"/>
                  <a:ext cx="468791" cy="283508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3C395E2-27C6-4DCC-9FC5-833DDFDE6DA9}"/>
                    </a:ext>
                  </a:extLst>
                </p:cNvPr>
                <p:cNvSpPr txBox="1"/>
                <p:nvPr/>
              </p:nvSpPr>
              <p:spPr>
                <a:xfrm>
                  <a:off x="4493478" y="2359607"/>
                  <a:ext cx="468775" cy="221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ko-KR" sz="800"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data 4</a:t>
                  </a:r>
                  <a:endParaRPr lang="ko-KR" altLang="en-US" sz="800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C18156FF-5E21-4E30-98F9-F154B9787832}"/>
                  </a:ext>
                </a:extLst>
              </p:cNvPr>
              <p:cNvGrpSpPr/>
              <p:nvPr/>
            </p:nvGrpSpPr>
            <p:grpSpPr>
              <a:xfrm>
                <a:off x="2136977" y="3472656"/>
                <a:ext cx="3836598" cy="246221"/>
                <a:chOff x="2136977" y="2794136"/>
                <a:chExt cx="3836598" cy="246221"/>
              </a:xfrm>
            </p:grpSpPr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FA807BED-1810-4B84-9071-065953F75F04}"/>
                    </a:ext>
                  </a:extLst>
                </p:cNvPr>
                <p:cNvGrpSpPr/>
                <p:nvPr/>
              </p:nvGrpSpPr>
              <p:grpSpPr>
                <a:xfrm>
                  <a:off x="2136977" y="2821900"/>
                  <a:ext cx="3342891" cy="203730"/>
                  <a:chOff x="2136977" y="2821900"/>
                  <a:chExt cx="3342891" cy="203730"/>
                </a:xfrm>
              </p:grpSpPr>
              <p:cxnSp>
                <p:nvCxnSpPr>
                  <p:cNvPr id="78" name="직선 화살표 연결선 77">
                    <a:extLst>
                      <a:ext uri="{FF2B5EF4-FFF2-40B4-BE49-F238E27FC236}">
                        <a16:creationId xmlns:a16="http://schemas.microsoft.com/office/drawing/2014/main" id="{4EEC99DA-0FDC-4386-8C18-6D7F16EBEF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36977" y="2922134"/>
                    <a:ext cx="333636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직선 화살표 연결선 78">
                    <a:extLst>
                      <a:ext uri="{FF2B5EF4-FFF2-40B4-BE49-F238E27FC236}">
                        <a16:creationId xmlns:a16="http://schemas.microsoft.com/office/drawing/2014/main" id="{33032ACA-6533-4CC8-9856-69B8023BEB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79868" y="2821900"/>
                    <a:ext cx="0" cy="20373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074F797-9006-4E56-8A6A-005A7CD43232}"/>
                    </a:ext>
                  </a:extLst>
                </p:cNvPr>
                <p:cNvSpPr txBox="1"/>
                <p:nvPr/>
              </p:nvSpPr>
              <p:spPr>
                <a:xfrm>
                  <a:off x="5447469" y="2794136"/>
                  <a:ext cx="52610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대기중</a:t>
                  </a:r>
                </a:p>
              </p:txBody>
            </p:sp>
          </p:grp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289B7C0-0E7C-4047-BDF4-66AE8FFD0FD3}"/>
                </a:ext>
              </a:extLst>
            </p:cNvPr>
            <p:cNvSpPr txBox="1"/>
            <p:nvPr/>
          </p:nvSpPr>
          <p:spPr>
            <a:xfrm>
              <a:off x="2371379" y="3393244"/>
              <a:ext cx="4491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emit</a:t>
              </a:r>
              <a:endParaRPr lang="ko-KR" altLang="en-US" sz="10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A1DE0E39-D0FC-4CE0-8A42-391F542DDF47}"/>
              </a:ext>
            </a:extLst>
          </p:cNvPr>
          <p:cNvGrpSpPr/>
          <p:nvPr/>
        </p:nvGrpSpPr>
        <p:grpSpPr>
          <a:xfrm>
            <a:off x="1738994" y="3746017"/>
            <a:ext cx="4483865" cy="349422"/>
            <a:chOff x="1489710" y="3746017"/>
            <a:chExt cx="4483865" cy="349422"/>
          </a:xfrm>
        </p:grpSpPr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8B551BFF-B3F6-4360-9B14-7C468858CCC2}"/>
                </a:ext>
              </a:extLst>
            </p:cNvPr>
            <p:cNvGrpSpPr/>
            <p:nvPr/>
          </p:nvGrpSpPr>
          <p:grpSpPr>
            <a:xfrm>
              <a:off x="1489710" y="3811931"/>
              <a:ext cx="4483865" cy="283508"/>
              <a:chOff x="1489710" y="3811931"/>
              <a:chExt cx="4483865" cy="283508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1685D69-5DC1-4F17-B4AC-03700B11BEAD}"/>
                  </a:ext>
                </a:extLst>
              </p:cNvPr>
              <p:cNvGrpSpPr/>
              <p:nvPr/>
            </p:nvGrpSpPr>
            <p:grpSpPr>
              <a:xfrm>
                <a:off x="1489710" y="3811931"/>
                <a:ext cx="658540" cy="283508"/>
                <a:chOff x="4493478" y="2354621"/>
                <a:chExt cx="476939" cy="283508"/>
              </a:xfrm>
            </p:grpSpPr>
            <p:pic>
              <p:nvPicPr>
                <p:cNvPr id="38" name="그림 37" descr="텍스트이(가) 표시된 사진&#10;&#10;자동 생성된 설명">
                  <a:extLst>
                    <a:ext uri="{FF2B5EF4-FFF2-40B4-BE49-F238E27FC236}">
                      <a16:creationId xmlns:a16="http://schemas.microsoft.com/office/drawing/2014/main" id="{9E155B08-2CF5-4677-8152-1C9B351C3C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01626" y="2354621"/>
                  <a:ext cx="468791" cy="283508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0D74CB8-9393-434A-A330-EC8F6DF0DFF1}"/>
                    </a:ext>
                  </a:extLst>
                </p:cNvPr>
                <p:cNvSpPr txBox="1"/>
                <p:nvPr/>
              </p:nvSpPr>
              <p:spPr>
                <a:xfrm>
                  <a:off x="4493478" y="2359607"/>
                  <a:ext cx="468775" cy="221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ko-KR" sz="800"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data 5</a:t>
                  </a:r>
                  <a:endParaRPr lang="ko-KR" altLang="en-US" sz="800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7FE7C837-B506-41A3-9167-5E2481FAE927}"/>
                  </a:ext>
                </a:extLst>
              </p:cNvPr>
              <p:cNvGrpSpPr/>
              <p:nvPr/>
            </p:nvGrpSpPr>
            <p:grpSpPr>
              <a:xfrm>
                <a:off x="2136977" y="3821578"/>
                <a:ext cx="3836598" cy="246221"/>
                <a:chOff x="2136977" y="2794136"/>
                <a:chExt cx="3836598" cy="246221"/>
              </a:xfrm>
            </p:grpSpPr>
            <p:grpSp>
              <p:nvGrpSpPr>
                <p:cNvPr id="81" name="그룹 80">
                  <a:extLst>
                    <a:ext uri="{FF2B5EF4-FFF2-40B4-BE49-F238E27FC236}">
                      <a16:creationId xmlns:a16="http://schemas.microsoft.com/office/drawing/2014/main" id="{B7B07352-8633-4A12-A30C-5BF11DED4241}"/>
                    </a:ext>
                  </a:extLst>
                </p:cNvPr>
                <p:cNvGrpSpPr/>
                <p:nvPr/>
              </p:nvGrpSpPr>
              <p:grpSpPr>
                <a:xfrm>
                  <a:off x="2136977" y="2821900"/>
                  <a:ext cx="3342891" cy="203730"/>
                  <a:chOff x="2136977" y="2821900"/>
                  <a:chExt cx="3342891" cy="203730"/>
                </a:xfrm>
              </p:grpSpPr>
              <p:cxnSp>
                <p:nvCxnSpPr>
                  <p:cNvPr id="83" name="직선 화살표 연결선 82">
                    <a:extLst>
                      <a:ext uri="{FF2B5EF4-FFF2-40B4-BE49-F238E27FC236}">
                        <a16:creationId xmlns:a16="http://schemas.microsoft.com/office/drawing/2014/main" id="{CE6546A8-6119-46FB-BA7F-69171C6006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36977" y="2922134"/>
                    <a:ext cx="333636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직선 화살표 연결선 83">
                    <a:extLst>
                      <a:ext uri="{FF2B5EF4-FFF2-40B4-BE49-F238E27FC236}">
                        <a16:creationId xmlns:a16="http://schemas.microsoft.com/office/drawing/2014/main" id="{83173BBB-5B44-4B1D-AD9D-F4EC1716CE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79868" y="2821900"/>
                    <a:ext cx="0" cy="20373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E0A4AB6E-931B-469E-92AA-A5E1F1A5812D}"/>
                    </a:ext>
                  </a:extLst>
                </p:cNvPr>
                <p:cNvSpPr txBox="1"/>
                <p:nvPr/>
              </p:nvSpPr>
              <p:spPr>
                <a:xfrm>
                  <a:off x="5447469" y="2794136"/>
                  <a:ext cx="52610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대기중</a:t>
                  </a:r>
                </a:p>
              </p:txBody>
            </p:sp>
          </p:grp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B240610-B394-4284-972B-D89C32E7421A}"/>
                </a:ext>
              </a:extLst>
            </p:cNvPr>
            <p:cNvSpPr txBox="1"/>
            <p:nvPr/>
          </p:nvSpPr>
          <p:spPr>
            <a:xfrm>
              <a:off x="2368088" y="3746017"/>
              <a:ext cx="4491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emit</a:t>
              </a:r>
              <a:endParaRPr lang="ko-KR" altLang="en-US" sz="10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7F498B5E-1C93-4168-864E-BD9EB5615A2C}"/>
              </a:ext>
            </a:extLst>
          </p:cNvPr>
          <p:cNvGrpSpPr/>
          <p:nvPr/>
        </p:nvGrpSpPr>
        <p:grpSpPr>
          <a:xfrm>
            <a:off x="1738994" y="4399654"/>
            <a:ext cx="4483865" cy="387975"/>
            <a:chOff x="1489710" y="4399654"/>
            <a:chExt cx="4483865" cy="387975"/>
          </a:xfrm>
        </p:grpSpPr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067FA72D-36AE-4491-B910-A5BDAA979FC3}"/>
                </a:ext>
              </a:extLst>
            </p:cNvPr>
            <p:cNvGrpSpPr/>
            <p:nvPr/>
          </p:nvGrpSpPr>
          <p:grpSpPr>
            <a:xfrm>
              <a:off x="1489710" y="4487087"/>
              <a:ext cx="4483865" cy="300542"/>
              <a:chOff x="1489710" y="4487087"/>
              <a:chExt cx="4483865" cy="300542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6223BEDC-69CE-4FA5-90DE-0655396FC8CE}"/>
                  </a:ext>
                </a:extLst>
              </p:cNvPr>
              <p:cNvGrpSpPr/>
              <p:nvPr/>
            </p:nvGrpSpPr>
            <p:grpSpPr>
              <a:xfrm>
                <a:off x="1489710" y="4504121"/>
                <a:ext cx="658540" cy="283508"/>
                <a:chOff x="4493478" y="2354621"/>
                <a:chExt cx="476939" cy="283508"/>
              </a:xfrm>
            </p:grpSpPr>
            <p:pic>
              <p:nvPicPr>
                <p:cNvPr id="41" name="그림 40" descr="텍스트이(가) 표시된 사진&#10;&#10;자동 생성된 설명">
                  <a:extLst>
                    <a:ext uri="{FF2B5EF4-FFF2-40B4-BE49-F238E27FC236}">
                      <a16:creationId xmlns:a16="http://schemas.microsoft.com/office/drawing/2014/main" id="{CE1B61B2-6E7B-42AD-8E22-224BB12661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01626" y="2354621"/>
                  <a:ext cx="468791" cy="283508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F65183F-7944-4B6B-BA12-21AA5B4D2935}"/>
                    </a:ext>
                  </a:extLst>
                </p:cNvPr>
                <p:cNvSpPr txBox="1"/>
                <p:nvPr/>
              </p:nvSpPr>
              <p:spPr>
                <a:xfrm>
                  <a:off x="4493478" y="2359607"/>
                  <a:ext cx="468775" cy="221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ko-KR" sz="800"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data N</a:t>
                  </a:r>
                  <a:endParaRPr lang="ko-KR" altLang="en-US" sz="800"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EB772490-7B9E-40D9-99C4-C11A28F79371}"/>
                  </a:ext>
                </a:extLst>
              </p:cNvPr>
              <p:cNvGrpSpPr/>
              <p:nvPr/>
            </p:nvGrpSpPr>
            <p:grpSpPr>
              <a:xfrm>
                <a:off x="2136977" y="4487087"/>
                <a:ext cx="3836598" cy="246221"/>
                <a:chOff x="2136977" y="2794136"/>
                <a:chExt cx="3836598" cy="246221"/>
              </a:xfrm>
            </p:grpSpPr>
            <p:grpSp>
              <p:nvGrpSpPr>
                <p:cNvPr id="86" name="그룹 85">
                  <a:extLst>
                    <a:ext uri="{FF2B5EF4-FFF2-40B4-BE49-F238E27FC236}">
                      <a16:creationId xmlns:a16="http://schemas.microsoft.com/office/drawing/2014/main" id="{56FA550C-C726-4469-9C14-FA48810BADD4}"/>
                    </a:ext>
                  </a:extLst>
                </p:cNvPr>
                <p:cNvGrpSpPr/>
                <p:nvPr/>
              </p:nvGrpSpPr>
              <p:grpSpPr>
                <a:xfrm>
                  <a:off x="2136977" y="2821900"/>
                  <a:ext cx="3342891" cy="203730"/>
                  <a:chOff x="2136977" y="2821900"/>
                  <a:chExt cx="3342891" cy="203730"/>
                </a:xfrm>
              </p:grpSpPr>
              <p:cxnSp>
                <p:nvCxnSpPr>
                  <p:cNvPr id="88" name="직선 화살표 연결선 87">
                    <a:extLst>
                      <a:ext uri="{FF2B5EF4-FFF2-40B4-BE49-F238E27FC236}">
                        <a16:creationId xmlns:a16="http://schemas.microsoft.com/office/drawing/2014/main" id="{A9321440-6F5B-45DD-A830-41E4D83517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36977" y="2922134"/>
                    <a:ext cx="333636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직선 화살표 연결선 88">
                    <a:extLst>
                      <a:ext uri="{FF2B5EF4-FFF2-40B4-BE49-F238E27FC236}">
                        <a16:creationId xmlns:a16="http://schemas.microsoft.com/office/drawing/2014/main" id="{0D78B298-73A2-458A-82BF-7141FA20BE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79868" y="2821900"/>
                    <a:ext cx="0" cy="20373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A480694-0995-4103-B0E6-848CBF0C9883}"/>
                    </a:ext>
                  </a:extLst>
                </p:cNvPr>
                <p:cNvSpPr txBox="1"/>
                <p:nvPr/>
              </p:nvSpPr>
              <p:spPr>
                <a:xfrm>
                  <a:off x="5447469" y="2794136"/>
                  <a:ext cx="52610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대기중</a:t>
                  </a:r>
                </a:p>
              </p:txBody>
            </p:sp>
          </p:grp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9412BBD-3E28-42E8-9A8D-5CE27A211E77}"/>
                </a:ext>
              </a:extLst>
            </p:cNvPr>
            <p:cNvSpPr txBox="1"/>
            <p:nvPr/>
          </p:nvSpPr>
          <p:spPr>
            <a:xfrm>
              <a:off x="2368821" y="4399654"/>
              <a:ext cx="4491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emit</a:t>
              </a:r>
              <a:endParaRPr lang="ko-KR" altLang="en-US" sz="10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240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Reactor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에서의 </a:t>
            </a: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Backpressure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처리 방법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796910"/>
            <a:ext cx="7465202" cy="43752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요청 데이터의 개수를 제어하는 방법 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755A5A55-07B7-4FAC-9DA7-D5D72CA3B1CE}"/>
              </a:ext>
            </a:extLst>
          </p:cNvPr>
          <p:cNvSpPr txBox="1">
            <a:spLocks/>
          </p:cNvSpPr>
          <p:nvPr/>
        </p:nvSpPr>
        <p:spPr>
          <a:xfrm>
            <a:off x="1206100" y="3180622"/>
            <a:ext cx="7465202" cy="4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Backpressure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전략을 사용하는 방법 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019AEBB2-8CE4-E7D1-4AAF-E38AE2047278}"/>
              </a:ext>
            </a:extLst>
          </p:cNvPr>
          <p:cNvSpPr txBox="1">
            <a:spLocks/>
          </p:cNvSpPr>
          <p:nvPr/>
        </p:nvSpPr>
        <p:spPr>
          <a:xfrm>
            <a:off x="1650045" y="2267873"/>
            <a:ext cx="7021257" cy="4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적절히 처리할 수 있는 수준의 데이터 개수를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에게 요청</a:t>
            </a:r>
            <a:endParaRPr lang="en-US" altLang="ko-KR" sz="14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68;p16">
            <a:extLst>
              <a:ext uri="{FF2B5EF4-FFF2-40B4-BE49-F238E27FC236}">
                <a16:creationId xmlns:a16="http://schemas.microsoft.com/office/drawing/2014/main" id="{E5743663-DD21-0C20-6D31-197356EC4ECE}"/>
              </a:ext>
            </a:extLst>
          </p:cNvPr>
          <p:cNvSpPr txBox="1">
            <a:spLocks/>
          </p:cNvSpPr>
          <p:nvPr/>
        </p:nvSpPr>
        <p:spPr>
          <a:xfrm>
            <a:off x="1650045" y="3655845"/>
            <a:ext cx="7021257" cy="4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Reactor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제공하는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Backpressure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전략을 사용</a:t>
            </a:r>
            <a:endParaRPr lang="en-US" altLang="ko-KR" sz="14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849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Backpressure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전략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390510"/>
            <a:ext cx="7465202" cy="43752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IGNORE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전략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755A5A55-07B7-4FAC-9DA7-D5D72CA3B1CE}"/>
              </a:ext>
            </a:extLst>
          </p:cNvPr>
          <p:cNvSpPr txBox="1">
            <a:spLocks/>
          </p:cNvSpPr>
          <p:nvPr/>
        </p:nvSpPr>
        <p:spPr>
          <a:xfrm>
            <a:off x="1206100" y="2753902"/>
            <a:ext cx="7465202" cy="4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ERROR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전략 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019AEBB2-8CE4-E7D1-4AAF-E38AE2047278}"/>
              </a:ext>
            </a:extLst>
          </p:cNvPr>
          <p:cNvSpPr txBox="1">
            <a:spLocks/>
          </p:cNvSpPr>
          <p:nvPr/>
        </p:nvSpPr>
        <p:spPr>
          <a:xfrm>
            <a:off x="1650045" y="1861473"/>
            <a:ext cx="7021257" cy="4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Backpressure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적용하지 않는다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endParaRPr lang="en-US" altLang="ko-KR" sz="14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68;p16">
            <a:extLst>
              <a:ext uri="{FF2B5EF4-FFF2-40B4-BE49-F238E27FC236}">
                <a16:creationId xmlns:a16="http://schemas.microsoft.com/office/drawing/2014/main" id="{E5743663-DD21-0C20-6D31-197356EC4ECE}"/>
              </a:ext>
            </a:extLst>
          </p:cNvPr>
          <p:cNvSpPr txBox="1">
            <a:spLocks/>
          </p:cNvSpPr>
          <p:nvPr/>
        </p:nvSpPr>
        <p:spPr>
          <a:xfrm>
            <a:off x="1650045" y="3229125"/>
            <a:ext cx="7021257" cy="4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전달할 데이터가 버퍼에 가득 찰 경우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Exception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발생시키는 전략</a:t>
            </a:r>
            <a:endParaRPr lang="en-US" altLang="ko-KR" sz="14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243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Backpressure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전략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390510"/>
            <a:ext cx="7465202" cy="43752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DROP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전략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755A5A55-07B7-4FAC-9DA7-D5D72CA3B1CE}"/>
              </a:ext>
            </a:extLst>
          </p:cNvPr>
          <p:cNvSpPr txBox="1">
            <a:spLocks/>
          </p:cNvSpPr>
          <p:nvPr/>
        </p:nvSpPr>
        <p:spPr>
          <a:xfrm>
            <a:off x="1206100" y="2618331"/>
            <a:ext cx="7465202" cy="4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LATEST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전략 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019AEBB2-8CE4-E7D1-4AAF-E38AE2047278}"/>
              </a:ext>
            </a:extLst>
          </p:cNvPr>
          <p:cNvSpPr txBox="1">
            <a:spLocks/>
          </p:cNvSpPr>
          <p:nvPr/>
        </p:nvSpPr>
        <p:spPr>
          <a:xfrm>
            <a:off x="1650045" y="1861473"/>
            <a:ext cx="7021257" cy="610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전달할 데이터가 버퍼에 가득 찰 경우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버퍼 밖에서 대기하는 먼저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데이터부터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Drop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시키는 전략</a:t>
            </a:r>
            <a:endParaRPr lang="en-US" altLang="ko-KR" sz="14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68;p16">
            <a:extLst>
              <a:ext uri="{FF2B5EF4-FFF2-40B4-BE49-F238E27FC236}">
                <a16:creationId xmlns:a16="http://schemas.microsoft.com/office/drawing/2014/main" id="{E5743663-DD21-0C20-6D31-197356EC4ECE}"/>
              </a:ext>
            </a:extLst>
          </p:cNvPr>
          <p:cNvSpPr txBox="1">
            <a:spLocks/>
          </p:cNvSpPr>
          <p:nvPr/>
        </p:nvSpPr>
        <p:spPr>
          <a:xfrm>
            <a:off x="1650045" y="3093554"/>
            <a:ext cx="7021257" cy="4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전달할 데이터가 버퍼에 가득 찰 경우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버퍼 밖에서 대기하는 가장 최근에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(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나중에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) 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데이터부터 버퍼에 채우는 전략</a:t>
            </a:r>
            <a:endParaRPr lang="en-US" altLang="ko-KR" sz="14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BD52001B-B4C7-3FD0-A9A0-F20E3C33E143}"/>
              </a:ext>
            </a:extLst>
          </p:cNvPr>
          <p:cNvSpPr txBox="1">
            <a:spLocks/>
          </p:cNvSpPr>
          <p:nvPr/>
        </p:nvSpPr>
        <p:spPr>
          <a:xfrm>
            <a:off x="1206100" y="3846152"/>
            <a:ext cx="7465202" cy="4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BUFFER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전략 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514E2CD1-DC36-1A09-E3D8-87010BE0D64E}"/>
              </a:ext>
            </a:extLst>
          </p:cNvPr>
          <p:cNvSpPr txBox="1">
            <a:spLocks/>
          </p:cNvSpPr>
          <p:nvPr/>
        </p:nvSpPr>
        <p:spPr>
          <a:xfrm>
            <a:off x="1650045" y="4321375"/>
            <a:ext cx="7021257" cy="4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전달할 데이터가 버퍼에 가득 찰 경우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버퍼 안에 있는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Drop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시키는 전략</a:t>
            </a:r>
            <a:endParaRPr lang="en-US" altLang="ko-KR" sz="14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311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2" grpId="0"/>
      <p:bldP spid="4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 idx="4294967295"/>
          </p:nvPr>
        </p:nvSpPr>
        <p:spPr>
          <a:xfrm>
            <a:off x="107340" y="15745"/>
            <a:ext cx="2155303" cy="25759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4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Backpressure</a:t>
            </a:r>
            <a:r>
              <a:rPr lang="ko-KR" altLang="en-US" sz="14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DROP </a:t>
            </a:r>
            <a:r>
              <a:rPr lang="ko-KR" altLang="en-US" sz="1400" dirty="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전략</a:t>
            </a:r>
            <a:endParaRPr sz="1400" dirty="0">
              <a:solidFill>
                <a:srgbClr val="0070C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A2C0249-B873-D584-099C-F7992E75B608}"/>
              </a:ext>
            </a:extLst>
          </p:cNvPr>
          <p:cNvGrpSpPr/>
          <p:nvPr/>
        </p:nvGrpSpPr>
        <p:grpSpPr>
          <a:xfrm>
            <a:off x="1625085" y="164894"/>
            <a:ext cx="6628179" cy="474911"/>
            <a:chOff x="1625085" y="164894"/>
            <a:chExt cx="6628179" cy="474911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91A38114-DCFC-4C1B-AF3E-C5B2B7B6E93B}"/>
                </a:ext>
              </a:extLst>
            </p:cNvPr>
            <p:cNvSpPr>
              <a:spLocks/>
            </p:cNvSpPr>
            <p:nvPr/>
          </p:nvSpPr>
          <p:spPr>
            <a:xfrm>
              <a:off x="4632911" y="164894"/>
              <a:ext cx="2911445" cy="196116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ko-KR" altLang="en-US" sz="750" dirty="0">
                  <a:latin typeface="+mn-ea"/>
                  <a:cs typeface="Microsoft Himalaya" panose="01010100010101010101" pitchFamily="2" charset="0"/>
                </a:rPr>
                <a:t>버퍼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231E2C-98C7-4B14-8883-DB11C8C25B3D}"/>
                </a:ext>
              </a:extLst>
            </p:cNvPr>
            <p:cNvGrpSpPr/>
            <p:nvPr/>
          </p:nvGrpSpPr>
          <p:grpSpPr>
            <a:xfrm>
              <a:off x="1625085" y="340022"/>
              <a:ext cx="6628179" cy="299783"/>
              <a:chOff x="1289543" y="906726"/>
              <a:chExt cx="17675144" cy="799420"/>
            </a:xfrm>
          </p:grpSpPr>
          <p:cxnSp>
            <p:nvCxnSpPr>
              <p:cNvPr id="199" name="직선 화살표 연결선 198">
                <a:extLst>
                  <a:ext uri="{FF2B5EF4-FFF2-40B4-BE49-F238E27FC236}">
                    <a16:creationId xmlns:a16="http://schemas.microsoft.com/office/drawing/2014/main" id="{E03028B5-DAF0-4D55-B977-7A5F0FB8C6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1306436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EC8C387D-B33E-4AFD-AF88-43406857AD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906726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2" name="순서도: 연결자 201">
                <a:extLst>
                  <a:ext uri="{FF2B5EF4-FFF2-40B4-BE49-F238E27FC236}">
                    <a16:creationId xmlns:a16="http://schemas.microsoft.com/office/drawing/2014/main" id="{2C306217-442B-40B2-BA5C-860CEA5BE139}"/>
                  </a:ext>
                </a:extLst>
              </p:cNvPr>
              <p:cNvSpPr/>
              <p:nvPr/>
            </p:nvSpPr>
            <p:spPr>
              <a:xfrm>
                <a:off x="16252062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3" name="순서도: 연결자 202">
                <a:extLst>
                  <a:ext uri="{FF2B5EF4-FFF2-40B4-BE49-F238E27FC236}">
                    <a16:creationId xmlns:a16="http://schemas.microsoft.com/office/drawing/2014/main" id="{16E471A9-9BF3-4851-9E4B-5CF2676A4EDE}"/>
                  </a:ext>
                </a:extLst>
              </p:cNvPr>
              <p:cNvSpPr/>
              <p:nvPr/>
            </p:nvSpPr>
            <p:spPr>
              <a:xfrm>
                <a:off x="15506998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9" name="순서도: 연결자 208">
                <a:extLst>
                  <a:ext uri="{FF2B5EF4-FFF2-40B4-BE49-F238E27FC236}">
                    <a16:creationId xmlns:a16="http://schemas.microsoft.com/office/drawing/2014/main" id="{D64EE672-D4C7-4881-9C1F-20CF0A433212}"/>
                  </a:ext>
                </a:extLst>
              </p:cNvPr>
              <p:cNvSpPr/>
              <p:nvPr/>
            </p:nvSpPr>
            <p:spPr>
              <a:xfrm>
                <a:off x="13271797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0" name="순서도: 연결자 209">
                <a:extLst>
                  <a:ext uri="{FF2B5EF4-FFF2-40B4-BE49-F238E27FC236}">
                    <a16:creationId xmlns:a16="http://schemas.microsoft.com/office/drawing/2014/main" id="{2150C249-DAF8-4C6B-9D17-29726D7F976D}"/>
                  </a:ext>
                </a:extLst>
              </p:cNvPr>
              <p:cNvSpPr/>
              <p:nvPr/>
            </p:nvSpPr>
            <p:spPr>
              <a:xfrm>
                <a:off x="14016864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1" name="순서도: 연결자 210">
                <a:extLst>
                  <a:ext uri="{FF2B5EF4-FFF2-40B4-BE49-F238E27FC236}">
                    <a16:creationId xmlns:a16="http://schemas.microsoft.com/office/drawing/2014/main" id="{F631FAA0-634C-4985-A37C-E864E8B9C1D3}"/>
                  </a:ext>
                </a:extLst>
              </p:cNvPr>
              <p:cNvSpPr/>
              <p:nvPr/>
            </p:nvSpPr>
            <p:spPr>
              <a:xfrm>
                <a:off x="14761931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66388DA8-B686-4F0D-8CB0-E53E7A5389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906726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13" name="직선 화살표 연결선 212">
                <a:extLst>
                  <a:ext uri="{FF2B5EF4-FFF2-40B4-BE49-F238E27FC236}">
                    <a16:creationId xmlns:a16="http://schemas.microsoft.com/office/drawing/2014/main" id="{876A85DC-AAE5-4694-9DA7-F38EA49456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1306436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D5EA17B-7D03-4473-0054-94AE38BF0AAA}"/>
              </a:ext>
            </a:extLst>
          </p:cNvPr>
          <p:cNvGrpSpPr/>
          <p:nvPr/>
        </p:nvGrpSpPr>
        <p:grpSpPr>
          <a:xfrm>
            <a:off x="1625085" y="831154"/>
            <a:ext cx="6628179" cy="630792"/>
            <a:chOff x="1625085" y="831154"/>
            <a:chExt cx="6628179" cy="630792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BBD5BB7-FDC7-4C6C-9D87-2E82B260292E}"/>
                </a:ext>
              </a:extLst>
            </p:cNvPr>
            <p:cNvGrpSpPr/>
            <p:nvPr/>
          </p:nvGrpSpPr>
          <p:grpSpPr>
            <a:xfrm>
              <a:off x="1625085" y="987035"/>
              <a:ext cx="6628179" cy="474911"/>
              <a:chOff x="1289543" y="2952801"/>
              <a:chExt cx="17675144" cy="1266429"/>
            </a:xfrm>
          </p:grpSpPr>
          <p:cxnSp>
            <p:nvCxnSpPr>
              <p:cNvPr id="177" name="직선 화살표 연결선 176">
                <a:extLst>
                  <a:ext uri="{FF2B5EF4-FFF2-40B4-BE49-F238E27FC236}">
                    <a16:creationId xmlns:a16="http://schemas.microsoft.com/office/drawing/2014/main" id="{2AF997BB-D2FF-415C-9AF5-5342838A1A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3819520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AB872BF4-6499-49EF-9775-2CFD3CEC02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3419810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BCA479EA-8F54-4529-8265-BC6F6F5B7E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2952801"/>
                <a:ext cx="776385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ko-KR" altLang="en-US" sz="750" dirty="0">
                    <a:latin typeface="+mn-ea"/>
                    <a:cs typeface="Microsoft Himalaya" panose="01010100010101010101" pitchFamily="2" charset="0"/>
                  </a:rPr>
                  <a:t>버퍼</a:t>
                </a:r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(Full)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0" name="순서도: 연결자 179">
                <a:extLst>
                  <a:ext uri="{FF2B5EF4-FFF2-40B4-BE49-F238E27FC236}">
                    <a16:creationId xmlns:a16="http://schemas.microsoft.com/office/drawing/2014/main" id="{ACB93711-064C-4EDC-8E18-9E6166AD740A}"/>
                  </a:ext>
                </a:extLst>
              </p:cNvPr>
              <p:cNvSpPr/>
              <p:nvPr/>
            </p:nvSpPr>
            <p:spPr>
              <a:xfrm>
                <a:off x="16252062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1" name="순서도: 연결자 180">
                <a:extLst>
                  <a:ext uri="{FF2B5EF4-FFF2-40B4-BE49-F238E27FC236}">
                    <a16:creationId xmlns:a16="http://schemas.microsoft.com/office/drawing/2014/main" id="{D2571449-91C2-4216-BB5E-ACD0550A7DBE}"/>
                  </a:ext>
                </a:extLst>
              </p:cNvPr>
              <p:cNvSpPr/>
              <p:nvPr/>
            </p:nvSpPr>
            <p:spPr>
              <a:xfrm>
                <a:off x="15506998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2" name="순서도: 연결자 181">
                <a:extLst>
                  <a:ext uri="{FF2B5EF4-FFF2-40B4-BE49-F238E27FC236}">
                    <a16:creationId xmlns:a16="http://schemas.microsoft.com/office/drawing/2014/main" id="{6F156EC2-FF3D-42F5-ADC3-E0AF318BDDB8}"/>
                  </a:ext>
                </a:extLst>
              </p:cNvPr>
              <p:cNvSpPr/>
              <p:nvPr/>
            </p:nvSpPr>
            <p:spPr>
              <a:xfrm>
                <a:off x="9546462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10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3" name="순서도: 연결자 182">
                <a:extLst>
                  <a:ext uri="{FF2B5EF4-FFF2-40B4-BE49-F238E27FC236}">
                    <a16:creationId xmlns:a16="http://schemas.microsoft.com/office/drawing/2014/main" id="{D2B2BCB6-29AF-4568-A3B5-7AA35F8AFD2A}"/>
                  </a:ext>
                </a:extLst>
              </p:cNvPr>
              <p:cNvSpPr/>
              <p:nvPr/>
            </p:nvSpPr>
            <p:spPr>
              <a:xfrm>
                <a:off x="10291529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9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4" name="순서도: 연결자 183">
                <a:extLst>
                  <a:ext uri="{FF2B5EF4-FFF2-40B4-BE49-F238E27FC236}">
                    <a16:creationId xmlns:a16="http://schemas.microsoft.com/office/drawing/2014/main" id="{D0E8B408-D167-4A7F-A88E-4AF37A6BC8BE}"/>
                  </a:ext>
                </a:extLst>
              </p:cNvPr>
              <p:cNvSpPr/>
              <p:nvPr/>
            </p:nvSpPr>
            <p:spPr>
              <a:xfrm>
                <a:off x="11036596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8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5" name="순서도: 연결자 184">
                <a:extLst>
                  <a:ext uri="{FF2B5EF4-FFF2-40B4-BE49-F238E27FC236}">
                    <a16:creationId xmlns:a16="http://schemas.microsoft.com/office/drawing/2014/main" id="{DEC8131C-40F3-4EEC-8E8D-A071A3F9746F}"/>
                  </a:ext>
                </a:extLst>
              </p:cNvPr>
              <p:cNvSpPr/>
              <p:nvPr/>
            </p:nvSpPr>
            <p:spPr>
              <a:xfrm>
                <a:off x="11781663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6" name="순서도: 연결자 185">
                <a:extLst>
                  <a:ext uri="{FF2B5EF4-FFF2-40B4-BE49-F238E27FC236}">
                    <a16:creationId xmlns:a16="http://schemas.microsoft.com/office/drawing/2014/main" id="{FA5040B6-FDDA-41F3-88BA-FB30AB097ADB}"/>
                  </a:ext>
                </a:extLst>
              </p:cNvPr>
              <p:cNvSpPr/>
              <p:nvPr/>
            </p:nvSpPr>
            <p:spPr>
              <a:xfrm>
                <a:off x="12526730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6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7" name="순서도: 연결자 186">
                <a:extLst>
                  <a:ext uri="{FF2B5EF4-FFF2-40B4-BE49-F238E27FC236}">
                    <a16:creationId xmlns:a16="http://schemas.microsoft.com/office/drawing/2014/main" id="{560EAE4E-22B2-4026-B58C-8A179B598BF2}"/>
                  </a:ext>
                </a:extLst>
              </p:cNvPr>
              <p:cNvSpPr/>
              <p:nvPr/>
            </p:nvSpPr>
            <p:spPr>
              <a:xfrm>
                <a:off x="13271797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8" name="순서도: 연결자 187">
                <a:extLst>
                  <a:ext uri="{FF2B5EF4-FFF2-40B4-BE49-F238E27FC236}">
                    <a16:creationId xmlns:a16="http://schemas.microsoft.com/office/drawing/2014/main" id="{4BF9B028-52C9-4533-8C17-FA2D14FE60EE}"/>
                  </a:ext>
                </a:extLst>
              </p:cNvPr>
              <p:cNvSpPr/>
              <p:nvPr/>
            </p:nvSpPr>
            <p:spPr>
              <a:xfrm>
                <a:off x="14016864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9" name="순서도: 연결자 188">
                <a:extLst>
                  <a:ext uri="{FF2B5EF4-FFF2-40B4-BE49-F238E27FC236}">
                    <a16:creationId xmlns:a16="http://schemas.microsoft.com/office/drawing/2014/main" id="{5EABFBB4-8B2A-48B2-A7C2-305552BFC921}"/>
                  </a:ext>
                </a:extLst>
              </p:cNvPr>
              <p:cNvSpPr/>
              <p:nvPr/>
            </p:nvSpPr>
            <p:spPr>
              <a:xfrm>
                <a:off x="14761931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071FEABA-36DA-40B5-B411-F03F3E3C1C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3419810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91" name="직선 화살표 연결선 190">
                <a:extLst>
                  <a:ext uri="{FF2B5EF4-FFF2-40B4-BE49-F238E27FC236}">
                    <a16:creationId xmlns:a16="http://schemas.microsoft.com/office/drawing/2014/main" id="{F9FE456B-EC56-405C-985E-B0FE81716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3819520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화살표: 아래쪽 56">
              <a:extLst>
                <a:ext uri="{FF2B5EF4-FFF2-40B4-BE49-F238E27FC236}">
                  <a16:creationId xmlns:a16="http://schemas.microsoft.com/office/drawing/2014/main" id="{96C0CA28-5878-4B1D-9D8C-61C946BD9ED4}"/>
                </a:ext>
              </a:extLst>
            </p:cNvPr>
            <p:cNvSpPr/>
            <p:nvPr/>
          </p:nvSpPr>
          <p:spPr>
            <a:xfrm>
              <a:off x="4434277" y="831154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8BE191F5-28E3-E7E6-635A-FB76C61ADA95}"/>
              </a:ext>
            </a:extLst>
          </p:cNvPr>
          <p:cNvGrpSpPr/>
          <p:nvPr/>
        </p:nvGrpSpPr>
        <p:grpSpPr>
          <a:xfrm>
            <a:off x="1625085" y="1645818"/>
            <a:ext cx="6628179" cy="769314"/>
            <a:chOff x="1625085" y="1645818"/>
            <a:chExt cx="6628179" cy="769314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F8C10ED-0256-4597-8E65-C5B61522D883}"/>
                </a:ext>
              </a:extLst>
            </p:cNvPr>
            <p:cNvGrpSpPr/>
            <p:nvPr/>
          </p:nvGrpSpPr>
          <p:grpSpPr>
            <a:xfrm>
              <a:off x="1625085" y="1809175"/>
              <a:ext cx="6628179" cy="605957"/>
              <a:chOff x="1289543" y="4783568"/>
              <a:chExt cx="17675144" cy="1615886"/>
            </a:xfrm>
          </p:grpSpPr>
          <p:cxnSp>
            <p:nvCxnSpPr>
              <p:cNvPr id="243" name="직선 화살표 연결선 242">
                <a:extLst>
                  <a:ext uri="{FF2B5EF4-FFF2-40B4-BE49-F238E27FC236}">
                    <a16:creationId xmlns:a16="http://schemas.microsoft.com/office/drawing/2014/main" id="{09262D8D-423E-4FFF-AF75-F6AB629F81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5999744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CE7310C3-7E82-4632-BF40-4B40E6959B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5600034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5" name="직사각형 244">
                <a:extLst>
                  <a:ext uri="{FF2B5EF4-FFF2-40B4-BE49-F238E27FC236}">
                    <a16:creationId xmlns:a16="http://schemas.microsoft.com/office/drawing/2014/main" id="{B90D28C7-6787-493E-9785-EEDC20B9B28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5133025"/>
                <a:ext cx="776385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ko-KR" altLang="en-US" sz="750" dirty="0">
                    <a:latin typeface="+mn-ea"/>
                    <a:cs typeface="Microsoft Himalaya" panose="01010100010101010101" pitchFamily="2" charset="0"/>
                  </a:rPr>
                  <a:t>버퍼</a:t>
                </a:r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(Full)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6" name="순서도: 연결자 245">
                <a:extLst>
                  <a:ext uri="{FF2B5EF4-FFF2-40B4-BE49-F238E27FC236}">
                    <a16:creationId xmlns:a16="http://schemas.microsoft.com/office/drawing/2014/main" id="{F574321B-D3B6-42FF-8B6B-F413665AABEA}"/>
                  </a:ext>
                </a:extLst>
              </p:cNvPr>
              <p:cNvSpPr/>
              <p:nvPr/>
            </p:nvSpPr>
            <p:spPr>
              <a:xfrm>
                <a:off x="16252062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7" name="순서도: 연결자 246">
                <a:extLst>
                  <a:ext uri="{FF2B5EF4-FFF2-40B4-BE49-F238E27FC236}">
                    <a16:creationId xmlns:a16="http://schemas.microsoft.com/office/drawing/2014/main" id="{27F666C7-46C0-466B-BB33-67562BB7CF72}"/>
                  </a:ext>
                </a:extLst>
              </p:cNvPr>
              <p:cNvSpPr/>
              <p:nvPr/>
            </p:nvSpPr>
            <p:spPr>
              <a:xfrm>
                <a:off x="15506998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8" name="순서도: 연결자 247">
                <a:extLst>
                  <a:ext uri="{FF2B5EF4-FFF2-40B4-BE49-F238E27FC236}">
                    <a16:creationId xmlns:a16="http://schemas.microsoft.com/office/drawing/2014/main" id="{8C6A5BCF-85D7-43AC-98CB-F233DD88C04D}"/>
                  </a:ext>
                </a:extLst>
              </p:cNvPr>
              <p:cNvSpPr/>
              <p:nvPr/>
            </p:nvSpPr>
            <p:spPr>
              <a:xfrm>
                <a:off x="9546462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10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9" name="순서도: 연결자 248">
                <a:extLst>
                  <a:ext uri="{FF2B5EF4-FFF2-40B4-BE49-F238E27FC236}">
                    <a16:creationId xmlns:a16="http://schemas.microsoft.com/office/drawing/2014/main" id="{4FE5AC2F-BF24-4B9B-A10B-2E7EA035B211}"/>
                  </a:ext>
                </a:extLst>
              </p:cNvPr>
              <p:cNvSpPr/>
              <p:nvPr/>
            </p:nvSpPr>
            <p:spPr>
              <a:xfrm>
                <a:off x="10291529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9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0" name="순서도: 연결자 249">
                <a:extLst>
                  <a:ext uri="{FF2B5EF4-FFF2-40B4-BE49-F238E27FC236}">
                    <a16:creationId xmlns:a16="http://schemas.microsoft.com/office/drawing/2014/main" id="{828AF686-E783-4016-9007-ACAD82419CAB}"/>
                  </a:ext>
                </a:extLst>
              </p:cNvPr>
              <p:cNvSpPr/>
              <p:nvPr/>
            </p:nvSpPr>
            <p:spPr>
              <a:xfrm>
                <a:off x="11036596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8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1" name="순서도: 연결자 250">
                <a:extLst>
                  <a:ext uri="{FF2B5EF4-FFF2-40B4-BE49-F238E27FC236}">
                    <a16:creationId xmlns:a16="http://schemas.microsoft.com/office/drawing/2014/main" id="{1E6801A4-4BC6-4A86-8ACE-1DB4A3D208A6}"/>
                  </a:ext>
                </a:extLst>
              </p:cNvPr>
              <p:cNvSpPr/>
              <p:nvPr/>
            </p:nvSpPr>
            <p:spPr>
              <a:xfrm>
                <a:off x="11781663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2" name="순서도: 연결자 251">
                <a:extLst>
                  <a:ext uri="{FF2B5EF4-FFF2-40B4-BE49-F238E27FC236}">
                    <a16:creationId xmlns:a16="http://schemas.microsoft.com/office/drawing/2014/main" id="{F5A49180-C25B-4A26-A1B1-9D4A644635C4}"/>
                  </a:ext>
                </a:extLst>
              </p:cNvPr>
              <p:cNvSpPr/>
              <p:nvPr/>
            </p:nvSpPr>
            <p:spPr>
              <a:xfrm>
                <a:off x="12526730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6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3" name="순서도: 연결자 252">
                <a:extLst>
                  <a:ext uri="{FF2B5EF4-FFF2-40B4-BE49-F238E27FC236}">
                    <a16:creationId xmlns:a16="http://schemas.microsoft.com/office/drawing/2014/main" id="{82988261-BF21-4912-8E92-B9B0AB456862}"/>
                  </a:ext>
                </a:extLst>
              </p:cNvPr>
              <p:cNvSpPr/>
              <p:nvPr/>
            </p:nvSpPr>
            <p:spPr>
              <a:xfrm>
                <a:off x="13271797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4" name="순서도: 연결자 253">
                <a:extLst>
                  <a:ext uri="{FF2B5EF4-FFF2-40B4-BE49-F238E27FC236}">
                    <a16:creationId xmlns:a16="http://schemas.microsoft.com/office/drawing/2014/main" id="{3E1F499A-D719-4FAA-BA83-65076D3A563D}"/>
                  </a:ext>
                </a:extLst>
              </p:cNvPr>
              <p:cNvSpPr/>
              <p:nvPr/>
            </p:nvSpPr>
            <p:spPr>
              <a:xfrm>
                <a:off x="14016864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5" name="순서도: 연결자 254">
                <a:extLst>
                  <a:ext uri="{FF2B5EF4-FFF2-40B4-BE49-F238E27FC236}">
                    <a16:creationId xmlns:a16="http://schemas.microsoft.com/office/drawing/2014/main" id="{B12CE441-F919-4056-973B-36B94AFB9A7F}"/>
                  </a:ext>
                </a:extLst>
              </p:cNvPr>
              <p:cNvSpPr/>
              <p:nvPr/>
            </p:nvSpPr>
            <p:spPr>
              <a:xfrm>
                <a:off x="14761931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6" name="직사각형 255">
                <a:extLst>
                  <a:ext uri="{FF2B5EF4-FFF2-40B4-BE49-F238E27FC236}">
                    <a16:creationId xmlns:a16="http://schemas.microsoft.com/office/drawing/2014/main" id="{44D14A4D-C1FF-4A0A-843B-ABFAE1B294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5600034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57" name="직선 화살표 연결선 256">
                <a:extLst>
                  <a:ext uri="{FF2B5EF4-FFF2-40B4-BE49-F238E27FC236}">
                    <a16:creationId xmlns:a16="http://schemas.microsoft.com/office/drawing/2014/main" id="{3AD7062B-0E55-43C5-A273-764BC7154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5999744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순서도: 연결자 257">
                <a:extLst>
                  <a:ext uri="{FF2B5EF4-FFF2-40B4-BE49-F238E27FC236}">
                    <a16:creationId xmlns:a16="http://schemas.microsoft.com/office/drawing/2014/main" id="{875677E2-B576-49A4-962B-1D1181314180}"/>
                  </a:ext>
                </a:extLst>
              </p:cNvPr>
              <p:cNvSpPr/>
              <p:nvPr/>
            </p:nvSpPr>
            <p:spPr>
              <a:xfrm>
                <a:off x="5985759" y="5711970"/>
                <a:ext cx="619004" cy="575548"/>
              </a:xfrm>
              <a:prstGeom prst="flowChartConnector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14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9" name="순서도: 연결자 258">
                <a:extLst>
                  <a:ext uri="{FF2B5EF4-FFF2-40B4-BE49-F238E27FC236}">
                    <a16:creationId xmlns:a16="http://schemas.microsoft.com/office/drawing/2014/main" id="{89EBF1FC-E803-4715-8570-0818489929C4}"/>
                  </a:ext>
                </a:extLst>
              </p:cNvPr>
              <p:cNvSpPr/>
              <p:nvPr/>
            </p:nvSpPr>
            <p:spPr>
              <a:xfrm>
                <a:off x="6730826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13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0" name="순서도: 연결자 259">
                <a:extLst>
                  <a:ext uri="{FF2B5EF4-FFF2-40B4-BE49-F238E27FC236}">
                    <a16:creationId xmlns:a16="http://schemas.microsoft.com/office/drawing/2014/main" id="{CD2C774B-118B-4412-A36E-2CB610535C94}"/>
                  </a:ext>
                </a:extLst>
              </p:cNvPr>
              <p:cNvSpPr/>
              <p:nvPr/>
            </p:nvSpPr>
            <p:spPr>
              <a:xfrm>
                <a:off x="7475893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12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1" name="순서도: 연결자 260">
                <a:extLst>
                  <a:ext uri="{FF2B5EF4-FFF2-40B4-BE49-F238E27FC236}">
                    <a16:creationId xmlns:a16="http://schemas.microsoft.com/office/drawing/2014/main" id="{2B26F803-1E0D-46C0-A7B8-E0FDB13CC44A}"/>
                  </a:ext>
                </a:extLst>
              </p:cNvPr>
              <p:cNvSpPr/>
              <p:nvPr/>
            </p:nvSpPr>
            <p:spPr>
              <a:xfrm>
                <a:off x="8220960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11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2" name="순서도: 연결자 261">
                <a:extLst>
                  <a:ext uri="{FF2B5EF4-FFF2-40B4-BE49-F238E27FC236}">
                    <a16:creationId xmlns:a16="http://schemas.microsoft.com/office/drawing/2014/main" id="{FE8C6F0D-C99D-4305-BB54-F0B2742BBEF6}"/>
                  </a:ext>
                </a:extLst>
              </p:cNvPr>
              <p:cNvSpPr/>
              <p:nvPr/>
            </p:nvSpPr>
            <p:spPr>
              <a:xfrm>
                <a:off x="3773849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17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3" name="순서도: 연결자 262">
                <a:extLst>
                  <a:ext uri="{FF2B5EF4-FFF2-40B4-BE49-F238E27FC236}">
                    <a16:creationId xmlns:a16="http://schemas.microsoft.com/office/drawing/2014/main" id="{39A84CC7-0908-49D9-995C-4F09791F00E2}"/>
                  </a:ext>
                </a:extLst>
              </p:cNvPr>
              <p:cNvSpPr/>
              <p:nvPr/>
            </p:nvSpPr>
            <p:spPr>
              <a:xfrm>
                <a:off x="4518916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16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4" name="순서도: 연결자 263">
                <a:extLst>
                  <a:ext uri="{FF2B5EF4-FFF2-40B4-BE49-F238E27FC236}">
                    <a16:creationId xmlns:a16="http://schemas.microsoft.com/office/drawing/2014/main" id="{460B78E1-C919-4959-9797-B9F0F20AAE44}"/>
                  </a:ext>
                </a:extLst>
              </p:cNvPr>
              <p:cNvSpPr/>
              <p:nvPr/>
            </p:nvSpPr>
            <p:spPr>
              <a:xfrm>
                <a:off x="5263983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15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2" name="연결선: 꺾임 21">
                <a:extLst>
                  <a:ext uri="{FF2B5EF4-FFF2-40B4-BE49-F238E27FC236}">
                    <a16:creationId xmlns:a16="http://schemas.microsoft.com/office/drawing/2014/main" id="{DF44B075-7627-4BB2-81D7-AE64596C40C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306906" y="3333435"/>
                <a:ext cx="12700" cy="4447111"/>
              </a:xfrm>
              <a:prstGeom prst="bentConnector3">
                <a:avLst>
                  <a:gd name="adj1" fmla="val 1800000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직사각형 311">
                <a:extLst>
                  <a:ext uri="{FF2B5EF4-FFF2-40B4-BE49-F238E27FC236}">
                    <a16:creationId xmlns:a16="http://schemas.microsoft.com/office/drawing/2014/main" id="{87EA1101-130F-40FB-A5F6-85736241FC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083351" y="4783568"/>
                <a:ext cx="444711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Emitted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</p:grpSp>
        <p:sp>
          <p:nvSpPr>
            <p:cNvPr id="324" name="화살표: 아래쪽 323">
              <a:extLst>
                <a:ext uri="{FF2B5EF4-FFF2-40B4-BE49-F238E27FC236}">
                  <a16:creationId xmlns:a16="http://schemas.microsoft.com/office/drawing/2014/main" id="{26ABFD45-8EBF-448D-B8F4-86E0E11A90CC}"/>
                </a:ext>
              </a:extLst>
            </p:cNvPr>
            <p:cNvSpPr/>
            <p:nvPr/>
          </p:nvSpPr>
          <p:spPr>
            <a:xfrm>
              <a:off x="4434277" y="1645818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862C994-A5B3-BD0A-E517-4CE0B35D2E1E}"/>
              </a:ext>
            </a:extLst>
          </p:cNvPr>
          <p:cNvGrpSpPr/>
          <p:nvPr/>
        </p:nvGrpSpPr>
        <p:grpSpPr>
          <a:xfrm>
            <a:off x="1625085" y="2645703"/>
            <a:ext cx="6628179" cy="708972"/>
            <a:chOff x="1625085" y="2645703"/>
            <a:chExt cx="6628179" cy="708972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A2F03FBD-ECAE-4E7A-81D8-4AF8408E80F5}"/>
                </a:ext>
              </a:extLst>
            </p:cNvPr>
            <p:cNvGrpSpPr/>
            <p:nvPr/>
          </p:nvGrpSpPr>
          <p:grpSpPr>
            <a:xfrm>
              <a:off x="1625085" y="2762362"/>
              <a:ext cx="6628179" cy="592313"/>
              <a:chOff x="1289543" y="6818624"/>
              <a:chExt cx="17675144" cy="1579501"/>
            </a:xfrm>
          </p:grpSpPr>
          <p:cxnSp>
            <p:nvCxnSpPr>
              <p:cNvPr id="268" name="직선 화살표 연결선 267">
                <a:extLst>
                  <a:ext uri="{FF2B5EF4-FFF2-40B4-BE49-F238E27FC236}">
                    <a16:creationId xmlns:a16="http://schemas.microsoft.com/office/drawing/2014/main" id="{ED9A8A02-42D2-4E69-9298-6A5D702F86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7998415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9" name="직사각형 268">
                <a:extLst>
                  <a:ext uri="{FF2B5EF4-FFF2-40B4-BE49-F238E27FC236}">
                    <a16:creationId xmlns:a16="http://schemas.microsoft.com/office/drawing/2014/main" id="{E3B16AD4-91DF-4613-A4AE-EA918BC3D2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7598705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70" name="직사각형 269">
                <a:extLst>
                  <a:ext uri="{FF2B5EF4-FFF2-40B4-BE49-F238E27FC236}">
                    <a16:creationId xmlns:a16="http://schemas.microsoft.com/office/drawing/2014/main" id="{9D17B304-5F54-4FD7-8F72-7E285D32B9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7131696"/>
                <a:ext cx="776385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ko-KR" altLang="en-US" sz="750" dirty="0">
                    <a:latin typeface="+mn-ea"/>
                    <a:cs typeface="Microsoft Himalaya" panose="01010100010101010101" pitchFamily="2" charset="0"/>
                  </a:rPr>
                  <a:t>버퍼</a:t>
                </a:r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(Full)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71" name="순서도: 연결자 270">
                <a:extLst>
                  <a:ext uri="{FF2B5EF4-FFF2-40B4-BE49-F238E27FC236}">
                    <a16:creationId xmlns:a16="http://schemas.microsoft.com/office/drawing/2014/main" id="{7B65F943-4E9E-4791-8325-DEA2D9D8BAE9}"/>
                  </a:ext>
                </a:extLst>
              </p:cNvPr>
              <p:cNvSpPr/>
              <p:nvPr/>
            </p:nvSpPr>
            <p:spPr>
              <a:xfrm>
                <a:off x="16252062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72" name="순서도: 연결자 271">
                <a:extLst>
                  <a:ext uri="{FF2B5EF4-FFF2-40B4-BE49-F238E27FC236}">
                    <a16:creationId xmlns:a16="http://schemas.microsoft.com/office/drawing/2014/main" id="{9D1FA5ED-27FE-4C91-B450-3D762B1C660F}"/>
                  </a:ext>
                </a:extLst>
              </p:cNvPr>
              <p:cNvSpPr/>
              <p:nvPr/>
            </p:nvSpPr>
            <p:spPr>
              <a:xfrm>
                <a:off x="15506998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73" name="순서도: 연결자 272">
                <a:extLst>
                  <a:ext uri="{FF2B5EF4-FFF2-40B4-BE49-F238E27FC236}">
                    <a16:creationId xmlns:a16="http://schemas.microsoft.com/office/drawing/2014/main" id="{3FF69BDB-E9D4-48AE-9806-B2AA96B1C609}"/>
                  </a:ext>
                </a:extLst>
              </p:cNvPr>
              <p:cNvSpPr/>
              <p:nvPr/>
            </p:nvSpPr>
            <p:spPr>
              <a:xfrm>
                <a:off x="9546462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10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74" name="순서도: 연결자 273">
                <a:extLst>
                  <a:ext uri="{FF2B5EF4-FFF2-40B4-BE49-F238E27FC236}">
                    <a16:creationId xmlns:a16="http://schemas.microsoft.com/office/drawing/2014/main" id="{C2FA3151-5607-457D-851B-B3F2A831FF82}"/>
                  </a:ext>
                </a:extLst>
              </p:cNvPr>
              <p:cNvSpPr/>
              <p:nvPr/>
            </p:nvSpPr>
            <p:spPr>
              <a:xfrm>
                <a:off x="10291529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9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75" name="순서도: 연결자 274">
                <a:extLst>
                  <a:ext uri="{FF2B5EF4-FFF2-40B4-BE49-F238E27FC236}">
                    <a16:creationId xmlns:a16="http://schemas.microsoft.com/office/drawing/2014/main" id="{85E23D25-E364-42E9-8E2C-8ED7FC5897A3}"/>
                  </a:ext>
                </a:extLst>
              </p:cNvPr>
              <p:cNvSpPr/>
              <p:nvPr/>
            </p:nvSpPr>
            <p:spPr>
              <a:xfrm>
                <a:off x="11036596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8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76" name="순서도: 연결자 275">
                <a:extLst>
                  <a:ext uri="{FF2B5EF4-FFF2-40B4-BE49-F238E27FC236}">
                    <a16:creationId xmlns:a16="http://schemas.microsoft.com/office/drawing/2014/main" id="{0D3CD133-D6A2-455F-BD05-AC513B71BF11}"/>
                  </a:ext>
                </a:extLst>
              </p:cNvPr>
              <p:cNvSpPr/>
              <p:nvPr/>
            </p:nvSpPr>
            <p:spPr>
              <a:xfrm>
                <a:off x="11781663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77" name="순서도: 연결자 276">
                <a:extLst>
                  <a:ext uri="{FF2B5EF4-FFF2-40B4-BE49-F238E27FC236}">
                    <a16:creationId xmlns:a16="http://schemas.microsoft.com/office/drawing/2014/main" id="{EFDA84DA-C508-419F-9F6F-2E03B8B6AD75}"/>
                  </a:ext>
                </a:extLst>
              </p:cNvPr>
              <p:cNvSpPr/>
              <p:nvPr/>
            </p:nvSpPr>
            <p:spPr>
              <a:xfrm>
                <a:off x="12526730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6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78" name="순서도: 연결자 277">
                <a:extLst>
                  <a:ext uri="{FF2B5EF4-FFF2-40B4-BE49-F238E27FC236}">
                    <a16:creationId xmlns:a16="http://schemas.microsoft.com/office/drawing/2014/main" id="{73EEB51E-5206-4257-96C5-37DE6AEE476E}"/>
                  </a:ext>
                </a:extLst>
              </p:cNvPr>
              <p:cNvSpPr/>
              <p:nvPr/>
            </p:nvSpPr>
            <p:spPr>
              <a:xfrm>
                <a:off x="13271797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79" name="순서도: 연결자 278">
                <a:extLst>
                  <a:ext uri="{FF2B5EF4-FFF2-40B4-BE49-F238E27FC236}">
                    <a16:creationId xmlns:a16="http://schemas.microsoft.com/office/drawing/2014/main" id="{91ACE7DE-9AB3-4CCD-8D96-35681A158AC2}"/>
                  </a:ext>
                </a:extLst>
              </p:cNvPr>
              <p:cNvSpPr/>
              <p:nvPr/>
            </p:nvSpPr>
            <p:spPr>
              <a:xfrm>
                <a:off x="14016864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80" name="순서도: 연결자 279">
                <a:extLst>
                  <a:ext uri="{FF2B5EF4-FFF2-40B4-BE49-F238E27FC236}">
                    <a16:creationId xmlns:a16="http://schemas.microsoft.com/office/drawing/2014/main" id="{9B8E1A49-BACA-4D95-AA22-C19FAF897643}"/>
                  </a:ext>
                </a:extLst>
              </p:cNvPr>
              <p:cNvSpPr/>
              <p:nvPr/>
            </p:nvSpPr>
            <p:spPr>
              <a:xfrm>
                <a:off x="14761931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81" name="직사각형 280">
                <a:extLst>
                  <a:ext uri="{FF2B5EF4-FFF2-40B4-BE49-F238E27FC236}">
                    <a16:creationId xmlns:a16="http://schemas.microsoft.com/office/drawing/2014/main" id="{E2DA77F4-3830-4A32-B915-A71F3CE5BD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7598705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82" name="직선 화살표 연결선 281">
                <a:extLst>
                  <a:ext uri="{FF2B5EF4-FFF2-40B4-BE49-F238E27FC236}">
                    <a16:creationId xmlns:a16="http://schemas.microsoft.com/office/drawing/2014/main" id="{23E17D88-A3C9-4390-92CC-73374FA1D6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7998415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3" name="순서도: 연결자 282">
                <a:extLst>
                  <a:ext uri="{FF2B5EF4-FFF2-40B4-BE49-F238E27FC236}">
                    <a16:creationId xmlns:a16="http://schemas.microsoft.com/office/drawing/2014/main" id="{676A9163-7702-42DD-BABD-46E954585ABB}"/>
                  </a:ext>
                </a:extLst>
              </p:cNvPr>
              <p:cNvSpPr/>
              <p:nvPr/>
            </p:nvSpPr>
            <p:spPr>
              <a:xfrm>
                <a:off x="5985759" y="7710641"/>
                <a:ext cx="619004" cy="575548"/>
              </a:xfrm>
              <a:prstGeom prst="flowChartConnector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14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84" name="순서도: 연결자 283">
                <a:extLst>
                  <a:ext uri="{FF2B5EF4-FFF2-40B4-BE49-F238E27FC236}">
                    <a16:creationId xmlns:a16="http://schemas.microsoft.com/office/drawing/2014/main" id="{B1F93295-8B34-4A29-AEE8-12BD03979317}"/>
                  </a:ext>
                </a:extLst>
              </p:cNvPr>
              <p:cNvSpPr/>
              <p:nvPr/>
            </p:nvSpPr>
            <p:spPr>
              <a:xfrm>
                <a:off x="6730826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bg2">
                    <a:lumMod val="75000"/>
                  </a:schemeClr>
                </a:solidFill>
                <a:prstDash val="sysDash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13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85" name="순서도: 연결자 284">
                <a:extLst>
                  <a:ext uri="{FF2B5EF4-FFF2-40B4-BE49-F238E27FC236}">
                    <a16:creationId xmlns:a16="http://schemas.microsoft.com/office/drawing/2014/main" id="{39F82CAF-48AC-4CF6-BE3A-C0AB7E9E1776}"/>
                  </a:ext>
                </a:extLst>
              </p:cNvPr>
              <p:cNvSpPr/>
              <p:nvPr/>
            </p:nvSpPr>
            <p:spPr>
              <a:xfrm>
                <a:off x="7475893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bg2">
                    <a:lumMod val="75000"/>
                  </a:schemeClr>
                </a:solidFill>
                <a:prstDash val="sysDash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12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86" name="순서도: 연결자 285">
                <a:extLst>
                  <a:ext uri="{FF2B5EF4-FFF2-40B4-BE49-F238E27FC236}">
                    <a16:creationId xmlns:a16="http://schemas.microsoft.com/office/drawing/2014/main" id="{B1834472-4B6E-4E99-8BE8-B78EFC7B3CDB}"/>
                  </a:ext>
                </a:extLst>
              </p:cNvPr>
              <p:cNvSpPr/>
              <p:nvPr/>
            </p:nvSpPr>
            <p:spPr>
              <a:xfrm>
                <a:off x="8220960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bg2">
                    <a:lumMod val="75000"/>
                  </a:schemeClr>
                </a:solidFill>
                <a:prstDash val="sysDash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11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87" name="순서도: 연결자 286">
                <a:extLst>
                  <a:ext uri="{FF2B5EF4-FFF2-40B4-BE49-F238E27FC236}">
                    <a16:creationId xmlns:a16="http://schemas.microsoft.com/office/drawing/2014/main" id="{4C859C9D-6CCB-473D-BDBB-61BEF7AADA89}"/>
                  </a:ext>
                </a:extLst>
              </p:cNvPr>
              <p:cNvSpPr/>
              <p:nvPr/>
            </p:nvSpPr>
            <p:spPr>
              <a:xfrm>
                <a:off x="3773849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17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88" name="순서도: 연결자 287">
                <a:extLst>
                  <a:ext uri="{FF2B5EF4-FFF2-40B4-BE49-F238E27FC236}">
                    <a16:creationId xmlns:a16="http://schemas.microsoft.com/office/drawing/2014/main" id="{B86A25AC-0B14-400E-A89F-1C5CB0E0AC67}"/>
                  </a:ext>
                </a:extLst>
              </p:cNvPr>
              <p:cNvSpPr/>
              <p:nvPr/>
            </p:nvSpPr>
            <p:spPr>
              <a:xfrm>
                <a:off x="4518916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16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89" name="순서도: 연결자 288">
                <a:extLst>
                  <a:ext uri="{FF2B5EF4-FFF2-40B4-BE49-F238E27FC236}">
                    <a16:creationId xmlns:a16="http://schemas.microsoft.com/office/drawing/2014/main" id="{DF3F8D50-9BFD-4D0E-951A-43114ED6E99D}"/>
                  </a:ext>
                </a:extLst>
              </p:cNvPr>
              <p:cNvSpPr/>
              <p:nvPr/>
            </p:nvSpPr>
            <p:spPr>
              <a:xfrm>
                <a:off x="5263983" y="7710641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15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318" name="연결선: 꺾임 317">
                <a:extLst>
                  <a:ext uri="{FF2B5EF4-FFF2-40B4-BE49-F238E27FC236}">
                    <a16:creationId xmlns:a16="http://schemas.microsoft.com/office/drawing/2014/main" id="{D9681119-CE2E-4D3D-9A0B-BDA59889F46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785395" y="6859988"/>
                <a:ext cx="12700" cy="1490134"/>
              </a:xfrm>
              <a:prstGeom prst="bentConnector3">
                <a:avLst>
                  <a:gd name="adj1" fmla="val 1800000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6E17289D-1B6B-486A-8770-728264A7D2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040328" y="6818624"/>
                <a:ext cx="1496484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Dropped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</p:grpSp>
        <p:sp>
          <p:nvSpPr>
            <p:cNvPr id="325" name="화살표: 아래쪽 324">
              <a:extLst>
                <a:ext uri="{FF2B5EF4-FFF2-40B4-BE49-F238E27FC236}">
                  <a16:creationId xmlns:a16="http://schemas.microsoft.com/office/drawing/2014/main" id="{FD715AFF-4962-4154-BE4F-4480E9D651C8}"/>
                </a:ext>
              </a:extLst>
            </p:cNvPr>
            <p:cNvSpPr/>
            <p:nvPr/>
          </p:nvSpPr>
          <p:spPr>
            <a:xfrm>
              <a:off x="4434277" y="2645703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83A834BF-59DF-C072-DA3E-73EC04B72A97}"/>
              </a:ext>
            </a:extLst>
          </p:cNvPr>
          <p:cNvGrpSpPr/>
          <p:nvPr/>
        </p:nvGrpSpPr>
        <p:grpSpPr>
          <a:xfrm>
            <a:off x="1625085" y="3580939"/>
            <a:ext cx="6628179" cy="595877"/>
            <a:chOff x="1625085" y="3580939"/>
            <a:chExt cx="6628179" cy="595877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ED491F5A-D0D9-43E4-8B04-50244DB57EC4}"/>
                </a:ext>
              </a:extLst>
            </p:cNvPr>
            <p:cNvGrpSpPr/>
            <p:nvPr/>
          </p:nvGrpSpPr>
          <p:grpSpPr>
            <a:xfrm>
              <a:off x="1625085" y="3701905"/>
              <a:ext cx="6628179" cy="474911"/>
              <a:chOff x="1289543" y="9373504"/>
              <a:chExt cx="17675144" cy="1266429"/>
            </a:xfrm>
          </p:grpSpPr>
          <p:cxnSp>
            <p:nvCxnSpPr>
              <p:cNvPr id="221" name="직선 화살표 연결선 220">
                <a:extLst>
                  <a:ext uri="{FF2B5EF4-FFF2-40B4-BE49-F238E27FC236}">
                    <a16:creationId xmlns:a16="http://schemas.microsoft.com/office/drawing/2014/main" id="{44C51BB4-71C6-4ED3-91F0-FC82D468CE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10240223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직사각형 221">
                <a:extLst>
                  <a:ext uri="{FF2B5EF4-FFF2-40B4-BE49-F238E27FC236}">
                    <a16:creationId xmlns:a16="http://schemas.microsoft.com/office/drawing/2014/main" id="{2DFFB8D8-7F9B-4123-A25D-87C5DD49F4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9840513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23" name="직사각형 222">
                <a:extLst>
                  <a:ext uri="{FF2B5EF4-FFF2-40B4-BE49-F238E27FC236}">
                    <a16:creationId xmlns:a16="http://schemas.microsoft.com/office/drawing/2014/main" id="{0D50050C-EB91-4641-A089-90AC34B8F3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9373504"/>
                <a:ext cx="776385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ko-KR" altLang="en-US" sz="750" dirty="0">
                    <a:latin typeface="+mn-ea"/>
                    <a:cs typeface="Microsoft Himalaya" panose="01010100010101010101" pitchFamily="2" charset="0"/>
                  </a:rPr>
                  <a:t>버퍼</a:t>
                </a:r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(Empty)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6F5FE6F3-D8F4-4FD0-A5E0-794B8D0B60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9840513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35" name="직선 화살표 연결선 234">
                <a:extLst>
                  <a:ext uri="{FF2B5EF4-FFF2-40B4-BE49-F238E27FC236}">
                    <a16:creationId xmlns:a16="http://schemas.microsoft.com/office/drawing/2014/main" id="{6E2E864E-F7E3-45A9-BC6F-59A7115327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10240223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6" name="순서도: 연결자 235">
                <a:extLst>
                  <a:ext uri="{FF2B5EF4-FFF2-40B4-BE49-F238E27FC236}">
                    <a16:creationId xmlns:a16="http://schemas.microsoft.com/office/drawing/2014/main" id="{8ED036F6-B8B9-46C7-AAEC-08B526D46807}"/>
                  </a:ext>
                </a:extLst>
              </p:cNvPr>
              <p:cNvSpPr/>
              <p:nvPr/>
            </p:nvSpPr>
            <p:spPr>
              <a:xfrm>
                <a:off x="8220960" y="9952449"/>
                <a:ext cx="619004" cy="575548"/>
              </a:xfrm>
              <a:prstGeom prst="flowChartConnector">
                <a:avLst/>
              </a:prstGeom>
              <a:solidFill>
                <a:srgbClr val="FFFF66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14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0" name="순서도: 연결자 239">
                <a:extLst>
                  <a:ext uri="{FF2B5EF4-FFF2-40B4-BE49-F238E27FC236}">
                    <a16:creationId xmlns:a16="http://schemas.microsoft.com/office/drawing/2014/main" id="{F6026A65-C254-44D1-B349-2CE5FB2103AF}"/>
                  </a:ext>
                </a:extLst>
              </p:cNvPr>
              <p:cNvSpPr/>
              <p:nvPr/>
            </p:nvSpPr>
            <p:spPr>
              <a:xfrm>
                <a:off x="6009050" y="9952449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17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1" name="순서도: 연결자 240">
                <a:extLst>
                  <a:ext uri="{FF2B5EF4-FFF2-40B4-BE49-F238E27FC236}">
                    <a16:creationId xmlns:a16="http://schemas.microsoft.com/office/drawing/2014/main" id="{3211EEB0-5A9F-4DE6-98C5-7FC27CA2A6BC}"/>
                  </a:ext>
                </a:extLst>
              </p:cNvPr>
              <p:cNvSpPr/>
              <p:nvPr/>
            </p:nvSpPr>
            <p:spPr>
              <a:xfrm>
                <a:off x="6754117" y="9952449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16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2" name="순서도: 연결자 241">
                <a:extLst>
                  <a:ext uri="{FF2B5EF4-FFF2-40B4-BE49-F238E27FC236}">
                    <a16:creationId xmlns:a16="http://schemas.microsoft.com/office/drawing/2014/main" id="{6A8297DC-7B20-4592-B453-377107869EEC}"/>
                  </a:ext>
                </a:extLst>
              </p:cNvPr>
              <p:cNvSpPr/>
              <p:nvPr/>
            </p:nvSpPr>
            <p:spPr>
              <a:xfrm>
                <a:off x="7499184" y="9952449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15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5" name="순서도: 연결자 264">
                <a:extLst>
                  <a:ext uri="{FF2B5EF4-FFF2-40B4-BE49-F238E27FC236}">
                    <a16:creationId xmlns:a16="http://schemas.microsoft.com/office/drawing/2014/main" id="{2F89BFEC-2609-4A56-A8E0-30843547D5AE}"/>
                  </a:ext>
                </a:extLst>
              </p:cNvPr>
              <p:cNvSpPr/>
              <p:nvPr/>
            </p:nvSpPr>
            <p:spPr>
              <a:xfrm>
                <a:off x="3773849" y="9952449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20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6" name="순서도: 연결자 265">
                <a:extLst>
                  <a:ext uri="{FF2B5EF4-FFF2-40B4-BE49-F238E27FC236}">
                    <a16:creationId xmlns:a16="http://schemas.microsoft.com/office/drawing/2014/main" id="{D03A9D8D-2F8A-43E6-8DCD-1A1F81FB251A}"/>
                  </a:ext>
                </a:extLst>
              </p:cNvPr>
              <p:cNvSpPr/>
              <p:nvPr/>
            </p:nvSpPr>
            <p:spPr>
              <a:xfrm>
                <a:off x="4518916" y="9952449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19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7" name="순서도: 연결자 266">
                <a:extLst>
                  <a:ext uri="{FF2B5EF4-FFF2-40B4-BE49-F238E27FC236}">
                    <a16:creationId xmlns:a16="http://schemas.microsoft.com/office/drawing/2014/main" id="{70B5E625-9F4D-4534-83F0-D9C05739D232}"/>
                  </a:ext>
                </a:extLst>
              </p:cNvPr>
              <p:cNvSpPr/>
              <p:nvPr/>
            </p:nvSpPr>
            <p:spPr>
              <a:xfrm>
                <a:off x="5263983" y="9952449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18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</p:grpSp>
        <p:sp>
          <p:nvSpPr>
            <p:cNvPr id="326" name="화살표: 아래쪽 325">
              <a:extLst>
                <a:ext uri="{FF2B5EF4-FFF2-40B4-BE49-F238E27FC236}">
                  <a16:creationId xmlns:a16="http://schemas.microsoft.com/office/drawing/2014/main" id="{5533BE49-0EFC-4587-9D7E-EBA8E485A6B3}"/>
                </a:ext>
              </a:extLst>
            </p:cNvPr>
            <p:cNvSpPr/>
            <p:nvPr/>
          </p:nvSpPr>
          <p:spPr>
            <a:xfrm>
              <a:off x="4434277" y="3580939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04F541B-D985-6D06-BFE9-65402DE570B9}"/>
              </a:ext>
            </a:extLst>
          </p:cNvPr>
          <p:cNvGrpSpPr/>
          <p:nvPr/>
        </p:nvGrpSpPr>
        <p:grpSpPr>
          <a:xfrm>
            <a:off x="1625085" y="4403079"/>
            <a:ext cx="6628179" cy="595878"/>
            <a:chOff x="1625085" y="4403079"/>
            <a:chExt cx="6628179" cy="595878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25F65FC-C58D-4A6F-BE9F-8ECCD3792D3C}"/>
                </a:ext>
              </a:extLst>
            </p:cNvPr>
            <p:cNvGrpSpPr/>
            <p:nvPr/>
          </p:nvGrpSpPr>
          <p:grpSpPr>
            <a:xfrm>
              <a:off x="1625085" y="4524046"/>
              <a:ext cx="6628179" cy="474911"/>
              <a:chOff x="1289543" y="11327538"/>
              <a:chExt cx="17675144" cy="1266429"/>
            </a:xfrm>
          </p:grpSpPr>
          <p:cxnSp>
            <p:nvCxnSpPr>
              <p:cNvPr id="290" name="직선 화살표 연결선 289">
                <a:extLst>
                  <a:ext uri="{FF2B5EF4-FFF2-40B4-BE49-F238E27FC236}">
                    <a16:creationId xmlns:a16="http://schemas.microsoft.com/office/drawing/2014/main" id="{49197871-0C18-42DB-8FF4-F761F5C5C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12194257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1" name="직사각형 290">
                <a:extLst>
                  <a:ext uri="{FF2B5EF4-FFF2-40B4-BE49-F238E27FC236}">
                    <a16:creationId xmlns:a16="http://schemas.microsoft.com/office/drawing/2014/main" id="{63D3DB41-8C9A-443F-B7A2-3F42DCB15B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11794547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92" name="직사각형 291">
                <a:extLst>
                  <a:ext uri="{FF2B5EF4-FFF2-40B4-BE49-F238E27FC236}">
                    <a16:creationId xmlns:a16="http://schemas.microsoft.com/office/drawing/2014/main" id="{803659E9-E9C8-4379-80FC-47B79BD94B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11327538"/>
                <a:ext cx="776385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ko-KR" altLang="en-US" sz="750" dirty="0">
                    <a:latin typeface="+mn-ea"/>
                    <a:cs typeface="Microsoft Himalaya" panose="01010100010101010101" pitchFamily="2" charset="0"/>
                  </a:rPr>
                  <a:t>버퍼</a:t>
                </a:r>
              </a:p>
            </p:txBody>
          </p:sp>
          <p:sp>
            <p:nvSpPr>
              <p:cNvPr id="293" name="직사각형 292">
                <a:extLst>
                  <a:ext uri="{FF2B5EF4-FFF2-40B4-BE49-F238E27FC236}">
                    <a16:creationId xmlns:a16="http://schemas.microsoft.com/office/drawing/2014/main" id="{3A4650CB-27FD-40F7-9AFD-65C6D8B1C2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11794547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94" name="직선 화살표 연결선 293">
                <a:extLst>
                  <a:ext uri="{FF2B5EF4-FFF2-40B4-BE49-F238E27FC236}">
                    <a16:creationId xmlns:a16="http://schemas.microsoft.com/office/drawing/2014/main" id="{2D016A20-C81D-44ED-8AF3-B14038ED8A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12194257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2" name="순서도: 연결자 301">
                <a:extLst>
                  <a:ext uri="{FF2B5EF4-FFF2-40B4-BE49-F238E27FC236}">
                    <a16:creationId xmlns:a16="http://schemas.microsoft.com/office/drawing/2014/main" id="{2022AB51-0E7D-4184-A5F5-CD3061F50395}"/>
                  </a:ext>
                </a:extLst>
              </p:cNvPr>
              <p:cNvSpPr/>
              <p:nvPr/>
            </p:nvSpPr>
            <p:spPr>
              <a:xfrm>
                <a:off x="16252062" y="11906483"/>
                <a:ext cx="619004" cy="575548"/>
              </a:xfrm>
              <a:prstGeom prst="flowChartConnector">
                <a:avLst/>
              </a:prstGeom>
              <a:solidFill>
                <a:srgbClr val="FFFF66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14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303" name="순서도: 연결자 302">
                <a:extLst>
                  <a:ext uri="{FF2B5EF4-FFF2-40B4-BE49-F238E27FC236}">
                    <a16:creationId xmlns:a16="http://schemas.microsoft.com/office/drawing/2014/main" id="{525094E3-1B27-49AE-9B56-25F2B0A3288D}"/>
                  </a:ext>
                </a:extLst>
              </p:cNvPr>
              <p:cNvSpPr/>
              <p:nvPr/>
            </p:nvSpPr>
            <p:spPr>
              <a:xfrm>
                <a:off x="14040152" y="11906483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17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304" name="순서도: 연결자 303">
                <a:extLst>
                  <a:ext uri="{FF2B5EF4-FFF2-40B4-BE49-F238E27FC236}">
                    <a16:creationId xmlns:a16="http://schemas.microsoft.com/office/drawing/2014/main" id="{25DDE974-B3CB-48DF-804A-B42A8BA25068}"/>
                  </a:ext>
                </a:extLst>
              </p:cNvPr>
              <p:cNvSpPr/>
              <p:nvPr/>
            </p:nvSpPr>
            <p:spPr>
              <a:xfrm>
                <a:off x="14785219" y="11906483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16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305" name="순서도: 연결자 304">
                <a:extLst>
                  <a:ext uri="{FF2B5EF4-FFF2-40B4-BE49-F238E27FC236}">
                    <a16:creationId xmlns:a16="http://schemas.microsoft.com/office/drawing/2014/main" id="{FEFCCA5C-814D-4E1B-9D61-01734273EEA3}"/>
                  </a:ext>
                </a:extLst>
              </p:cNvPr>
              <p:cNvSpPr/>
              <p:nvPr/>
            </p:nvSpPr>
            <p:spPr>
              <a:xfrm>
                <a:off x="15530286" y="11906483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15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308" name="순서도: 연결자 307">
                <a:extLst>
                  <a:ext uri="{FF2B5EF4-FFF2-40B4-BE49-F238E27FC236}">
                    <a16:creationId xmlns:a16="http://schemas.microsoft.com/office/drawing/2014/main" id="{A623AF17-4CF1-4B5E-8841-B56812800A8A}"/>
                  </a:ext>
                </a:extLst>
              </p:cNvPr>
              <p:cNvSpPr/>
              <p:nvPr/>
            </p:nvSpPr>
            <p:spPr>
              <a:xfrm>
                <a:off x="13295085" y="11906483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18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</p:grpSp>
        <p:sp>
          <p:nvSpPr>
            <p:cNvPr id="328" name="화살표: 아래쪽 327">
              <a:extLst>
                <a:ext uri="{FF2B5EF4-FFF2-40B4-BE49-F238E27FC236}">
                  <a16:creationId xmlns:a16="http://schemas.microsoft.com/office/drawing/2014/main" id="{A0CDF0DD-067D-49D0-874D-5903A760B481}"/>
                </a:ext>
              </a:extLst>
            </p:cNvPr>
            <p:cNvSpPr/>
            <p:nvPr/>
          </p:nvSpPr>
          <p:spPr>
            <a:xfrm>
              <a:off x="4434277" y="4403079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A3108D52-2979-4EA3-8398-C52FCF13A7C2}"/>
              </a:ext>
            </a:extLst>
          </p:cNvPr>
          <p:cNvSpPr>
            <a:spLocks/>
          </p:cNvSpPr>
          <p:nvPr/>
        </p:nvSpPr>
        <p:spPr>
          <a:xfrm>
            <a:off x="946603" y="401713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1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901D95E-9D1C-4D9C-8015-232902DB1FA5}"/>
              </a:ext>
            </a:extLst>
          </p:cNvPr>
          <p:cNvCxnSpPr>
            <a:cxnSpLocks/>
          </p:cNvCxnSpPr>
          <p:nvPr/>
        </p:nvCxnSpPr>
        <p:spPr>
          <a:xfrm>
            <a:off x="1449536" y="229346"/>
            <a:ext cx="0" cy="4826976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C2470FF0-9522-4E1C-9C06-0FC887A1CFFB}"/>
              </a:ext>
            </a:extLst>
          </p:cNvPr>
          <p:cNvSpPr>
            <a:spLocks/>
          </p:cNvSpPr>
          <p:nvPr/>
        </p:nvSpPr>
        <p:spPr>
          <a:xfrm>
            <a:off x="946603" y="1213996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2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547A7C8B-AE78-4BB9-B12D-DB22F0427258}"/>
              </a:ext>
            </a:extLst>
          </p:cNvPr>
          <p:cNvSpPr>
            <a:spLocks/>
          </p:cNvSpPr>
          <p:nvPr/>
        </p:nvSpPr>
        <p:spPr>
          <a:xfrm>
            <a:off x="946603" y="2167183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3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066ECFEA-B586-4136-B0E4-23C06817BFDF}"/>
              </a:ext>
            </a:extLst>
          </p:cNvPr>
          <p:cNvSpPr>
            <a:spLocks/>
          </p:cNvSpPr>
          <p:nvPr/>
        </p:nvSpPr>
        <p:spPr>
          <a:xfrm>
            <a:off x="946603" y="3106726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4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D21D5EF5-0CA8-4724-A41F-0C071DC063E8}"/>
              </a:ext>
            </a:extLst>
          </p:cNvPr>
          <p:cNvSpPr>
            <a:spLocks/>
          </p:cNvSpPr>
          <p:nvPr/>
        </p:nvSpPr>
        <p:spPr>
          <a:xfrm>
            <a:off x="946603" y="3926826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5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D8B15F0E-C89B-4F32-90E7-AB01401DA6C1}"/>
              </a:ext>
            </a:extLst>
          </p:cNvPr>
          <p:cNvSpPr>
            <a:spLocks/>
          </p:cNvSpPr>
          <p:nvPr/>
        </p:nvSpPr>
        <p:spPr>
          <a:xfrm>
            <a:off x="946603" y="4751008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6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19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FB8F763-BE74-052D-390E-986D07D3182A}"/>
              </a:ext>
            </a:extLst>
          </p:cNvPr>
          <p:cNvGrpSpPr/>
          <p:nvPr/>
        </p:nvGrpSpPr>
        <p:grpSpPr>
          <a:xfrm>
            <a:off x="1625085" y="573737"/>
            <a:ext cx="6628179" cy="474910"/>
            <a:chOff x="1625085" y="573737"/>
            <a:chExt cx="6628179" cy="474910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91A38114-DCFC-4C1B-AF3E-C5B2B7B6E93B}"/>
                </a:ext>
              </a:extLst>
            </p:cNvPr>
            <p:cNvSpPr>
              <a:spLocks/>
            </p:cNvSpPr>
            <p:nvPr/>
          </p:nvSpPr>
          <p:spPr>
            <a:xfrm>
              <a:off x="4632911" y="573737"/>
              <a:ext cx="2911445" cy="196116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ko-KR" altLang="en-US" sz="750" dirty="0">
                  <a:latin typeface="+mn-ea"/>
                  <a:cs typeface="Microsoft Himalaya" panose="01010100010101010101" pitchFamily="2" charset="0"/>
                </a:rPr>
                <a:t>버퍼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231E2C-98C7-4B14-8883-DB11C8C25B3D}"/>
                </a:ext>
              </a:extLst>
            </p:cNvPr>
            <p:cNvGrpSpPr/>
            <p:nvPr/>
          </p:nvGrpSpPr>
          <p:grpSpPr>
            <a:xfrm>
              <a:off x="1625085" y="748864"/>
              <a:ext cx="6628179" cy="299783"/>
              <a:chOff x="1289543" y="906726"/>
              <a:chExt cx="17675144" cy="799420"/>
            </a:xfrm>
          </p:grpSpPr>
          <p:cxnSp>
            <p:nvCxnSpPr>
              <p:cNvPr id="199" name="직선 화살표 연결선 198">
                <a:extLst>
                  <a:ext uri="{FF2B5EF4-FFF2-40B4-BE49-F238E27FC236}">
                    <a16:creationId xmlns:a16="http://schemas.microsoft.com/office/drawing/2014/main" id="{E03028B5-DAF0-4D55-B977-7A5F0FB8C6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1306436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EC8C387D-B33E-4AFD-AF88-43406857AD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906726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2" name="순서도: 연결자 201">
                <a:extLst>
                  <a:ext uri="{FF2B5EF4-FFF2-40B4-BE49-F238E27FC236}">
                    <a16:creationId xmlns:a16="http://schemas.microsoft.com/office/drawing/2014/main" id="{2C306217-442B-40B2-BA5C-860CEA5BE139}"/>
                  </a:ext>
                </a:extLst>
              </p:cNvPr>
              <p:cNvSpPr/>
              <p:nvPr/>
            </p:nvSpPr>
            <p:spPr>
              <a:xfrm>
                <a:off x="16252062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3" name="순서도: 연결자 202">
                <a:extLst>
                  <a:ext uri="{FF2B5EF4-FFF2-40B4-BE49-F238E27FC236}">
                    <a16:creationId xmlns:a16="http://schemas.microsoft.com/office/drawing/2014/main" id="{16E471A9-9BF3-4851-9E4B-5CF2676A4EDE}"/>
                  </a:ext>
                </a:extLst>
              </p:cNvPr>
              <p:cNvSpPr/>
              <p:nvPr/>
            </p:nvSpPr>
            <p:spPr>
              <a:xfrm>
                <a:off x="15506998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9" name="순서도: 연결자 208">
                <a:extLst>
                  <a:ext uri="{FF2B5EF4-FFF2-40B4-BE49-F238E27FC236}">
                    <a16:creationId xmlns:a16="http://schemas.microsoft.com/office/drawing/2014/main" id="{D64EE672-D4C7-4881-9C1F-20CF0A433212}"/>
                  </a:ext>
                </a:extLst>
              </p:cNvPr>
              <p:cNvSpPr/>
              <p:nvPr/>
            </p:nvSpPr>
            <p:spPr>
              <a:xfrm>
                <a:off x="13271797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0" name="순서도: 연결자 209">
                <a:extLst>
                  <a:ext uri="{FF2B5EF4-FFF2-40B4-BE49-F238E27FC236}">
                    <a16:creationId xmlns:a16="http://schemas.microsoft.com/office/drawing/2014/main" id="{2150C249-DAF8-4C6B-9D17-29726D7F976D}"/>
                  </a:ext>
                </a:extLst>
              </p:cNvPr>
              <p:cNvSpPr/>
              <p:nvPr/>
            </p:nvSpPr>
            <p:spPr>
              <a:xfrm>
                <a:off x="14016864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1" name="순서도: 연결자 210">
                <a:extLst>
                  <a:ext uri="{FF2B5EF4-FFF2-40B4-BE49-F238E27FC236}">
                    <a16:creationId xmlns:a16="http://schemas.microsoft.com/office/drawing/2014/main" id="{F631FAA0-634C-4985-A37C-E864E8B9C1D3}"/>
                  </a:ext>
                </a:extLst>
              </p:cNvPr>
              <p:cNvSpPr/>
              <p:nvPr/>
            </p:nvSpPr>
            <p:spPr>
              <a:xfrm>
                <a:off x="14761931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66388DA8-B686-4F0D-8CB0-E53E7A5389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906726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13" name="직선 화살표 연결선 212">
                <a:extLst>
                  <a:ext uri="{FF2B5EF4-FFF2-40B4-BE49-F238E27FC236}">
                    <a16:creationId xmlns:a16="http://schemas.microsoft.com/office/drawing/2014/main" id="{876A85DC-AAE5-4694-9DA7-F38EA49456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1306436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E8A46D7-7A2F-B6AC-5649-92E69F50C914}"/>
              </a:ext>
            </a:extLst>
          </p:cNvPr>
          <p:cNvGrpSpPr/>
          <p:nvPr/>
        </p:nvGrpSpPr>
        <p:grpSpPr>
          <a:xfrm>
            <a:off x="1625085" y="1239997"/>
            <a:ext cx="6628179" cy="630791"/>
            <a:chOff x="1625085" y="1239997"/>
            <a:chExt cx="6628179" cy="630791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BBD5BB7-FDC7-4C6C-9D87-2E82B260292E}"/>
                </a:ext>
              </a:extLst>
            </p:cNvPr>
            <p:cNvGrpSpPr/>
            <p:nvPr/>
          </p:nvGrpSpPr>
          <p:grpSpPr>
            <a:xfrm>
              <a:off x="1625085" y="1395877"/>
              <a:ext cx="6628179" cy="474911"/>
              <a:chOff x="1289543" y="2952801"/>
              <a:chExt cx="17675144" cy="1266429"/>
            </a:xfrm>
          </p:grpSpPr>
          <p:cxnSp>
            <p:nvCxnSpPr>
              <p:cNvPr id="177" name="직선 화살표 연결선 176">
                <a:extLst>
                  <a:ext uri="{FF2B5EF4-FFF2-40B4-BE49-F238E27FC236}">
                    <a16:creationId xmlns:a16="http://schemas.microsoft.com/office/drawing/2014/main" id="{2AF997BB-D2FF-415C-9AF5-5342838A1A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3819520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AB872BF4-6499-49EF-9775-2CFD3CEC02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3419810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BCA479EA-8F54-4529-8265-BC6F6F5B7E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2952801"/>
                <a:ext cx="776385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ko-KR" altLang="en-US" sz="750" dirty="0">
                    <a:latin typeface="+mn-ea"/>
                    <a:cs typeface="Microsoft Himalaya" panose="01010100010101010101" pitchFamily="2" charset="0"/>
                  </a:rPr>
                  <a:t>버퍼</a:t>
                </a:r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(Full)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0" name="순서도: 연결자 179">
                <a:extLst>
                  <a:ext uri="{FF2B5EF4-FFF2-40B4-BE49-F238E27FC236}">
                    <a16:creationId xmlns:a16="http://schemas.microsoft.com/office/drawing/2014/main" id="{ACB93711-064C-4EDC-8E18-9E6166AD740A}"/>
                  </a:ext>
                </a:extLst>
              </p:cNvPr>
              <p:cNvSpPr/>
              <p:nvPr/>
            </p:nvSpPr>
            <p:spPr>
              <a:xfrm>
                <a:off x="16252062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1" name="순서도: 연결자 180">
                <a:extLst>
                  <a:ext uri="{FF2B5EF4-FFF2-40B4-BE49-F238E27FC236}">
                    <a16:creationId xmlns:a16="http://schemas.microsoft.com/office/drawing/2014/main" id="{D2571449-91C2-4216-BB5E-ACD0550A7DBE}"/>
                  </a:ext>
                </a:extLst>
              </p:cNvPr>
              <p:cNvSpPr/>
              <p:nvPr/>
            </p:nvSpPr>
            <p:spPr>
              <a:xfrm>
                <a:off x="15506998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2" name="순서도: 연결자 181">
                <a:extLst>
                  <a:ext uri="{FF2B5EF4-FFF2-40B4-BE49-F238E27FC236}">
                    <a16:creationId xmlns:a16="http://schemas.microsoft.com/office/drawing/2014/main" id="{6F156EC2-FF3D-42F5-ADC3-E0AF318BDDB8}"/>
                  </a:ext>
                </a:extLst>
              </p:cNvPr>
              <p:cNvSpPr/>
              <p:nvPr/>
            </p:nvSpPr>
            <p:spPr>
              <a:xfrm>
                <a:off x="9546462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10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3" name="순서도: 연결자 182">
                <a:extLst>
                  <a:ext uri="{FF2B5EF4-FFF2-40B4-BE49-F238E27FC236}">
                    <a16:creationId xmlns:a16="http://schemas.microsoft.com/office/drawing/2014/main" id="{D2B2BCB6-29AF-4568-A3B5-7AA35F8AFD2A}"/>
                  </a:ext>
                </a:extLst>
              </p:cNvPr>
              <p:cNvSpPr/>
              <p:nvPr/>
            </p:nvSpPr>
            <p:spPr>
              <a:xfrm>
                <a:off x="10291529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9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4" name="순서도: 연결자 183">
                <a:extLst>
                  <a:ext uri="{FF2B5EF4-FFF2-40B4-BE49-F238E27FC236}">
                    <a16:creationId xmlns:a16="http://schemas.microsoft.com/office/drawing/2014/main" id="{D0E8B408-D167-4A7F-A88E-4AF37A6BC8BE}"/>
                  </a:ext>
                </a:extLst>
              </p:cNvPr>
              <p:cNvSpPr/>
              <p:nvPr/>
            </p:nvSpPr>
            <p:spPr>
              <a:xfrm>
                <a:off x="11036596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8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5" name="순서도: 연결자 184">
                <a:extLst>
                  <a:ext uri="{FF2B5EF4-FFF2-40B4-BE49-F238E27FC236}">
                    <a16:creationId xmlns:a16="http://schemas.microsoft.com/office/drawing/2014/main" id="{DEC8131C-40F3-4EEC-8E8D-A071A3F9746F}"/>
                  </a:ext>
                </a:extLst>
              </p:cNvPr>
              <p:cNvSpPr/>
              <p:nvPr/>
            </p:nvSpPr>
            <p:spPr>
              <a:xfrm>
                <a:off x="11781663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6" name="순서도: 연결자 185">
                <a:extLst>
                  <a:ext uri="{FF2B5EF4-FFF2-40B4-BE49-F238E27FC236}">
                    <a16:creationId xmlns:a16="http://schemas.microsoft.com/office/drawing/2014/main" id="{FA5040B6-FDDA-41F3-88BA-FB30AB097ADB}"/>
                  </a:ext>
                </a:extLst>
              </p:cNvPr>
              <p:cNvSpPr/>
              <p:nvPr/>
            </p:nvSpPr>
            <p:spPr>
              <a:xfrm>
                <a:off x="12526730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6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7" name="순서도: 연결자 186">
                <a:extLst>
                  <a:ext uri="{FF2B5EF4-FFF2-40B4-BE49-F238E27FC236}">
                    <a16:creationId xmlns:a16="http://schemas.microsoft.com/office/drawing/2014/main" id="{560EAE4E-22B2-4026-B58C-8A179B598BF2}"/>
                  </a:ext>
                </a:extLst>
              </p:cNvPr>
              <p:cNvSpPr/>
              <p:nvPr/>
            </p:nvSpPr>
            <p:spPr>
              <a:xfrm>
                <a:off x="13271797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8" name="순서도: 연결자 187">
                <a:extLst>
                  <a:ext uri="{FF2B5EF4-FFF2-40B4-BE49-F238E27FC236}">
                    <a16:creationId xmlns:a16="http://schemas.microsoft.com/office/drawing/2014/main" id="{4BF9B028-52C9-4533-8C17-FA2D14FE60EE}"/>
                  </a:ext>
                </a:extLst>
              </p:cNvPr>
              <p:cNvSpPr/>
              <p:nvPr/>
            </p:nvSpPr>
            <p:spPr>
              <a:xfrm>
                <a:off x="14016864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9" name="순서도: 연결자 188">
                <a:extLst>
                  <a:ext uri="{FF2B5EF4-FFF2-40B4-BE49-F238E27FC236}">
                    <a16:creationId xmlns:a16="http://schemas.microsoft.com/office/drawing/2014/main" id="{5EABFBB4-8B2A-48B2-A7C2-305552BFC921}"/>
                  </a:ext>
                </a:extLst>
              </p:cNvPr>
              <p:cNvSpPr/>
              <p:nvPr/>
            </p:nvSpPr>
            <p:spPr>
              <a:xfrm>
                <a:off x="14761931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071FEABA-36DA-40B5-B411-F03F3E3C1C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3419810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91" name="직선 화살표 연결선 190">
                <a:extLst>
                  <a:ext uri="{FF2B5EF4-FFF2-40B4-BE49-F238E27FC236}">
                    <a16:creationId xmlns:a16="http://schemas.microsoft.com/office/drawing/2014/main" id="{F9FE456B-EC56-405C-985E-B0FE81716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3819520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화살표: 아래쪽 56">
              <a:extLst>
                <a:ext uri="{FF2B5EF4-FFF2-40B4-BE49-F238E27FC236}">
                  <a16:creationId xmlns:a16="http://schemas.microsoft.com/office/drawing/2014/main" id="{96C0CA28-5878-4B1D-9D8C-61C946BD9ED4}"/>
                </a:ext>
              </a:extLst>
            </p:cNvPr>
            <p:cNvSpPr/>
            <p:nvPr/>
          </p:nvSpPr>
          <p:spPr>
            <a:xfrm>
              <a:off x="4434277" y="1239997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FC150B5-F894-571D-B427-5BE8342FD9DE}"/>
              </a:ext>
            </a:extLst>
          </p:cNvPr>
          <p:cNvGrpSpPr/>
          <p:nvPr/>
        </p:nvGrpSpPr>
        <p:grpSpPr>
          <a:xfrm>
            <a:off x="1625085" y="2054660"/>
            <a:ext cx="6628179" cy="769315"/>
            <a:chOff x="1625085" y="2054660"/>
            <a:chExt cx="6628179" cy="76931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F8C10ED-0256-4597-8E65-C5B61522D883}"/>
                </a:ext>
              </a:extLst>
            </p:cNvPr>
            <p:cNvGrpSpPr/>
            <p:nvPr/>
          </p:nvGrpSpPr>
          <p:grpSpPr>
            <a:xfrm>
              <a:off x="1625085" y="2218018"/>
              <a:ext cx="6628179" cy="605957"/>
              <a:chOff x="1289543" y="4783568"/>
              <a:chExt cx="17675144" cy="1615886"/>
            </a:xfrm>
          </p:grpSpPr>
          <p:cxnSp>
            <p:nvCxnSpPr>
              <p:cNvPr id="243" name="직선 화살표 연결선 242">
                <a:extLst>
                  <a:ext uri="{FF2B5EF4-FFF2-40B4-BE49-F238E27FC236}">
                    <a16:creationId xmlns:a16="http://schemas.microsoft.com/office/drawing/2014/main" id="{09262D8D-423E-4FFF-AF75-F6AB629F81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5999744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CE7310C3-7E82-4632-BF40-4B40E6959B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5600034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5" name="직사각형 244">
                <a:extLst>
                  <a:ext uri="{FF2B5EF4-FFF2-40B4-BE49-F238E27FC236}">
                    <a16:creationId xmlns:a16="http://schemas.microsoft.com/office/drawing/2014/main" id="{B90D28C7-6787-493E-9785-EEDC20B9B28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5133025"/>
                <a:ext cx="776385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ko-KR" altLang="en-US" sz="750" dirty="0">
                    <a:latin typeface="+mn-ea"/>
                    <a:cs typeface="Microsoft Himalaya" panose="01010100010101010101" pitchFamily="2" charset="0"/>
                  </a:rPr>
                  <a:t>버퍼</a:t>
                </a:r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(Full)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6" name="순서도: 연결자 245">
                <a:extLst>
                  <a:ext uri="{FF2B5EF4-FFF2-40B4-BE49-F238E27FC236}">
                    <a16:creationId xmlns:a16="http://schemas.microsoft.com/office/drawing/2014/main" id="{F574321B-D3B6-42FF-8B6B-F413665AABEA}"/>
                  </a:ext>
                </a:extLst>
              </p:cNvPr>
              <p:cNvSpPr/>
              <p:nvPr/>
            </p:nvSpPr>
            <p:spPr>
              <a:xfrm>
                <a:off x="16252062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7" name="순서도: 연결자 246">
                <a:extLst>
                  <a:ext uri="{FF2B5EF4-FFF2-40B4-BE49-F238E27FC236}">
                    <a16:creationId xmlns:a16="http://schemas.microsoft.com/office/drawing/2014/main" id="{27F666C7-46C0-466B-BB33-67562BB7CF72}"/>
                  </a:ext>
                </a:extLst>
              </p:cNvPr>
              <p:cNvSpPr/>
              <p:nvPr/>
            </p:nvSpPr>
            <p:spPr>
              <a:xfrm>
                <a:off x="15506998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8" name="순서도: 연결자 247">
                <a:extLst>
                  <a:ext uri="{FF2B5EF4-FFF2-40B4-BE49-F238E27FC236}">
                    <a16:creationId xmlns:a16="http://schemas.microsoft.com/office/drawing/2014/main" id="{8C6A5BCF-85D7-43AC-98CB-F233DD88C04D}"/>
                  </a:ext>
                </a:extLst>
              </p:cNvPr>
              <p:cNvSpPr/>
              <p:nvPr/>
            </p:nvSpPr>
            <p:spPr>
              <a:xfrm>
                <a:off x="9546462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10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49" name="순서도: 연결자 248">
                <a:extLst>
                  <a:ext uri="{FF2B5EF4-FFF2-40B4-BE49-F238E27FC236}">
                    <a16:creationId xmlns:a16="http://schemas.microsoft.com/office/drawing/2014/main" id="{4FE5AC2F-BF24-4B9B-A10B-2E7EA035B211}"/>
                  </a:ext>
                </a:extLst>
              </p:cNvPr>
              <p:cNvSpPr/>
              <p:nvPr/>
            </p:nvSpPr>
            <p:spPr>
              <a:xfrm>
                <a:off x="10291529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9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0" name="순서도: 연결자 249">
                <a:extLst>
                  <a:ext uri="{FF2B5EF4-FFF2-40B4-BE49-F238E27FC236}">
                    <a16:creationId xmlns:a16="http://schemas.microsoft.com/office/drawing/2014/main" id="{828AF686-E783-4016-9007-ACAD82419CAB}"/>
                  </a:ext>
                </a:extLst>
              </p:cNvPr>
              <p:cNvSpPr/>
              <p:nvPr/>
            </p:nvSpPr>
            <p:spPr>
              <a:xfrm>
                <a:off x="11036596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8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1" name="순서도: 연결자 250">
                <a:extLst>
                  <a:ext uri="{FF2B5EF4-FFF2-40B4-BE49-F238E27FC236}">
                    <a16:creationId xmlns:a16="http://schemas.microsoft.com/office/drawing/2014/main" id="{1E6801A4-4BC6-4A86-8ACE-1DB4A3D208A6}"/>
                  </a:ext>
                </a:extLst>
              </p:cNvPr>
              <p:cNvSpPr/>
              <p:nvPr/>
            </p:nvSpPr>
            <p:spPr>
              <a:xfrm>
                <a:off x="11781663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2" name="순서도: 연결자 251">
                <a:extLst>
                  <a:ext uri="{FF2B5EF4-FFF2-40B4-BE49-F238E27FC236}">
                    <a16:creationId xmlns:a16="http://schemas.microsoft.com/office/drawing/2014/main" id="{F5A49180-C25B-4A26-A1B1-9D4A644635C4}"/>
                  </a:ext>
                </a:extLst>
              </p:cNvPr>
              <p:cNvSpPr/>
              <p:nvPr/>
            </p:nvSpPr>
            <p:spPr>
              <a:xfrm>
                <a:off x="12526730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6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3" name="순서도: 연결자 252">
                <a:extLst>
                  <a:ext uri="{FF2B5EF4-FFF2-40B4-BE49-F238E27FC236}">
                    <a16:creationId xmlns:a16="http://schemas.microsoft.com/office/drawing/2014/main" id="{82988261-BF21-4912-8E92-B9B0AB456862}"/>
                  </a:ext>
                </a:extLst>
              </p:cNvPr>
              <p:cNvSpPr/>
              <p:nvPr/>
            </p:nvSpPr>
            <p:spPr>
              <a:xfrm>
                <a:off x="13271797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4" name="순서도: 연결자 253">
                <a:extLst>
                  <a:ext uri="{FF2B5EF4-FFF2-40B4-BE49-F238E27FC236}">
                    <a16:creationId xmlns:a16="http://schemas.microsoft.com/office/drawing/2014/main" id="{3E1F499A-D719-4FAA-BA83-65076D3A563D}"/>
                  </a:ext>
                </a:extLst>
              </p:cNvPr>
              <p:cNvSpPr/>
              <p:nvPr/>
            </p:nvSpPr>
            <p:spPr>
              <a:xfrm>
                <a:off x="14016864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5" name="순서도: 연결자 254">
                <a:extLst>
                  <a:ext uri="{FF2B5EF4-FFF2-40B4-BE49-F238E27FC236}">
                    <a16:creationId xmlns:a16="http://schemas.microsoft.com/office/drawing/2014/main" id="{B12CE441-F919-4056-973B-36B94AFB9A7F}"/>
                  </a:ext>
                </a:extLst>
              </p:cNvPr>
              <p:cNvSpPr/>
              <p:nvPr/>
            </p:nvSpPr>
            <p:spPr>
              <a:xfrm>
                <a:off x="14761931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6" name="직사각형 255">
                <a:extLst>
                  <a:ext uri="{FF2B5EF4-FFF2-40B4-BE49-F238E27FC236}">
                    <a16:creationId xmlns:a16="http://schemas.microsoft.com/office/drawing/2014/main" id="{44D14A4D-C1FF-4A0A-843B-ABFAE1B294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5600034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57" name="직선 화살표 연결선 256">
                <a:extLst>
                  <a:ext uri="{FF2B5EF4-FFF2-40B4-BE49-F238E27FC236}">
                    <a16:creationId xmlns:a16="http://schemas.microsoft.com/office/drawing/2014/main" id="{3AD7062B-0E55-43C5-A273-764BC7154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5999744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순서도: 연결자 257">
                <a:extLst>
                  <a:ext uri="{FF2B5EF4-FFF2-40B4-BE49-F238E27FC236}">
                    <a16:creationId xmlns:a16="http://schemas.microsoft.com/office/drawing/2014/main" id="{875677E2-B576-49A4-962B-1D1181314180}"/>
                  </a:ext>
                </a:extLst>
              </p:cNvPr>
              <p:cNvSpPr/>
              <p:nvPr/>
            </p:nvSpPr>
            <p:spPr>
              <a:xfrm>
                <a:off x="5985759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14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59" name="순서도: 연결자 258">
                <a:extLst>
                  <a:ext uri="{FF2B5EF4-FFF2-40B4-BE49-F238E27FC236}">
                    <a16:creationId xmlns:a16="http://schemas.microsoft.com/office/drawing/2014/main" id="{89EBF1FC-E803-4715-8570-0818489929C4}"/>
                  </a:ext>
                </a:extLst>
              </p:cNvPr>
              <p:cNvSpPr/>
              <p:nvPr/>
            </p:nvSpPr>
            <p:spPr>
              <a:xfrm>
                <a:off x="6730826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13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0" name="순서도: 연결자 259">
                <a:extLst>
                  <a:ext uri="{FF2B5EF4-FFF2-40B4-BE49-F238E27FC236}">
                    <a16:creationId xmlns:a16="http://schemas.microsoft.com/office/drawing/2014/main" id="{CD2C774B-118B-4412-A36E-2CB610535C94}"/>
                  </a:ext>
                </a:extLst>
              </p:cNvPr>
              <p:cNvSpPr/>
              <p:nvPr/>
            </p:nvSpPr>
            <p:spPr>
              <a:xfrm>
                <a:off x="7475893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12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1" name="순서도: 연결자 260">
                <a:extLst>
                  <a:ext uri="{FF2B5EF4-FFF2-40B4-BE49-F238E27FC236}">
                    <a16:creationId xmlns:a16="http://schemas.microsoft.com/office/drawing/2014/main" id="{2B26F803-1E0D-46C0-A7B8-E0FDB13CC44A}"/>
                  </a:ext>
                </a:extLst>
              </p:cNvPr>
              <p:cNvSpPr/>
              <p:nvPr/>
            </p:nvSpPr>
            <p:spPr>
              <a:xfrm>
                <a:off x="8220960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11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2" name="순서도: 연결자 261">
                <a:extLst>
                  <a:ext uri="{FF2B5EF4-FFF2-40B4-BE49-F238E27FC236}">
                    <a16:creationId xmlns:a16="http://schemas.microsoft.com/office/drawing/2014/main" id="{FE8C6F0D-C99D-4305-BB54-F0B2742BBEF6}"/>
                  </a:ext>
                </a:extLst>
              </p:cNvPr>
              <p:cNvSpPr/>
              <p:nvPr/>
            </p:nvSpPr>
            <p:spPr>
              <a:xfrm>
                <a:off x="3773849" y="5711970"/>
                <a:ext cx="619004" cy="575548"/>
              </a:xfrm>
              <a:prstGeom prst="flowChartConnector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17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3" name="순서도: 연결자 262">
                <a:extLst>
                  <a:ext uri="{FF2B5EF4-FFF2-40B4-BE49-F238E27FC236}">
                    <a16:creationId xmlns:a16="http://schemas.microsoft.com/office/drawing/2014/main" id="{39A84CC7-0908-49D9-995C-4F09791F00E2}"/>
                  </a:ext>
                </a:extLst>
              </p:cNvPr>
              <p:cNvSpPr/>
              <p:nvPr/>
            </p:nvSpPr>
            <p:spPr>
              <a:xfrm>
                <a:off x="4518916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16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64" name="순서도: 연결자 263">
                <a:extLst>
                  <a:ext uri="{FF2B5EF4-FFF2-40B4-BE49-F238E27FC236}">
                    <a16:creationId xmlns:a16="http://schemas.microsoft.com/office/drawing/2014/main" id="{460B78E1-C919-4959-9797-B9F0F20AAE44}"/>
                  </a:ext>
                </a:extLst>
              </p:cNvPr>
              <p:cNvSpPr/>
              <p:nvPr/>
            </p:nvSpPr>
            <p:spPr>
              <a:xfrm>
                <a:off x="5263983" y="5711970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 dirty="0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15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2" name="연결선: 꺾임 21">
                <a:extLst>
                  <a:ext uri="{FF2B5EF4-FFF2-40B4-BE49-F238E27FC236}">
                    <a16:creationId xmlns:a16="http://schemas.microsoft.com/office/drawing/2014/main" id="{DF44B075-7627-4BB2-81D7-AE64596C40C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306906" y="3333435"/>
                <a:ext cx="12700" cy="4447111"/>
              </a:xfrm>
              <a:prstGeom prst="bentConnector3">
                <a:avLst>
                  <a:gd name="adj1" fmla="val 1800000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직사각형 311">
                <a:extLst>
                  <a:ext uri="{FF2B5EF4-FFF2-40B4-BE49-F238E27FC236}">
                    <a16:creationId xmlns:a16="http://schemas.microsoft.com/office/drawing/2014/main" id="{87EA1101-130F-40FB-A5F6-85736241FC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083351" y="4783568"/>
                <a:ext cx="444711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Emitted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</p:grpSp>
        <p:sp>
          <p:nvSpPr>
            <p:cNvPr id="324" name="화살표: 아래쪽 323">
              <a:extLst>
                <a:ext uri="{FF2B5EF4-FFF2-40B4-BE49-F238E27FC236}">
                  <a16:creationId xmlns:a16="http://schemas.microsoft.com/office/drawing/2014/main" id="{26ABFD45-8EBF-448D-B8F4-86E0E11A90CC}"/>
                </a:ext>
              </a:extLst>
            </p:cNvPr>
            <p:cNvSpPr/>
            <p:nvPr/>
          </p:nvSpPr>
          <p:spPr>
            <a:xfrm>
              <a:off x="4434277" y="2054660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AD2230E-9EF3-3B94-8744-5D2E2BF0451E}"/>
              </a:ext>
            </a:extLst>
          </p:cNvPr>
          <p:cNvGrpSpPr/>
          <p:nvPr/>
        </p:nvGrpSpPr>
        <p:grpSpPr>
          <a:xfrm>
            <a:off x="1625085" y="3989781"/>
            <a:ext cx="6628179" cy="637854"/>
            <a:chOff x="1625085" y="3989781"/>
            <a:chExt cx="6628179" cy="637854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25F65FC-C58D-4A6F-BE9F-8ECCD3792D3C}"/>
                </a:ext>
              </a:extLst>
            </p:cNvPr>
            <p:cNvGrpSpPr/>
            <p:nvPr/>
          </p:nvGrpSpPr>
          <p:grpSpPr>
            <a:xfrm>
              <a:off x="1625085" y="4152724"/>
              <a:ext cx="6628179" cy="474911"/>
              <a:chOff x="1289543" y="11327538"/>
              <a:chExt cx="17675144" cy="1266429"/>
            </a:xfrm>
          </p:grpSpPr>
          <p:cxnSp>
            <p:nvCxnSpPr>
              <p:cNvPr id="290" name="직선 화살표 연결선 289">
                <a:extLst>
                  <a:ext uri="{FF2B5EF4-FFF2-40B4-BE49-F238E27FC236}">
                    <a16:creationId xmlns:a16="http://schemas.microsoft.com/office/drawing/2014/main" id="{49197871-0C18-42DB-8FF4-F761F5C5C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12194257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1" name="직사각형 290">
                <a:extLst>
                  <a:ext uri="{FF2B5EF4-FFF2-40B4-BE49-F238E27FC236}">
                    <a16:creationId xmlns:a16="http://schemas.microsoft.com/office/drawing/2014/main" id="{63D3DB41-8C9A-443F-B7A2-3F42DCB15B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11794547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92" name="직사각형 291">
                <a:extLst>
                  <a:ext uri="{FF2B5EF4-FFF2-40B4-BE49-F238E27FC236}">
                    <a16:creationId xmlns:a16="http://schemas.microsoft.com/office/drawing/2014/main" id="{803659E9-E9C8-4379-80FC-47B79BD94B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11327538"/>
                <a:ext cx="776385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ko-KR" altLang="en-US" sz="750" dirty="0">
                    <a:latin typeface="+mn-ea"/>
                    <a:cs typeface="Microsoft Himalaya" panose="01010100010101010101" pitchFamily="2" charset="0"/>
                  </a:rPr>
                  <a:t>버퍼</a:t>
                </a:r>
              </a:p>
            </p:txBody>
          </p:sp>
          <p:sp>
            <p:nvSpPr>
              <p:cNvPr id="293" name="직사각형 292">
                <a:extLst>
                  <a:ext uri="{FF2B5EF4-FFF2-40B4-BE49-F238E27FC236}">
                    <a16:creationId xmlns:a16="http://schemas.microsoft.com/office/drawing/2014/main" id="{3A4650CB-27FD-40F7-9AFD-65C6D8B1C2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11794547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94" name="직선 화살표 연결선 293">
                <a:extLst>
                  <a:ext uri="{FF2B5EF4-FFF2-40B4-BE49-F238E27FC236}">
                    <a16:creationId xmlns:a16="http://schemas.microsoft.com/office/drawing/2014/main" id="{2D016A20-C81D-44ED-8AF3-B14038ED8A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12194257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2" name="순서도: 연결자 301">
                <a:extLst>
                  <a:ext uri="{FF2B5EF4-FFF2-40B4-BE49-F238E27FC236}">
                    <a16:creationId xmlns:a16="http://schemas.microsoft.com/office/drawing/2014/main" id="{2022AB51-0E7D-4184-A5F5-CD3061F50395}"/>
                  </a:ext>
                </a:extLst>
              </p:cNvPr>
              <p:cNvSpPr/>
              <p:nvPr/>
            </p:nvSpPr>
            <p:spPr>
              <a:xfrm>
                <a:off x="16252062" y="11906483"/>
                <a:ext cx="619004" cy="575548"/>
              </a:xfrm>
              <a:prstGeom prst="flowChartConnector">
                <a:avLst/>
              </a:prstGeom>
              <a:solidFill>
                <a:srgbClr val="FFFF66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17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303" name="순서도: 연결자 302">
                <a:extLst>
                  <a:ext uri="{FF2B5EF4-FFF2-40B4-BE49-F238E27FC236}">
                    <a16:creationId xmlns:a16="http://schemas.microsoft.com/office/drawing/2014/main" id="{525094E3-1B27-49AE-9B56-25F2B0A3288D}"/>
                  </a:ext>
                </a:extLst>
              </p:cNvPr>
              <p:cNvSpPr/>
              <p:nvPr/>
            </p:nvSpPr>
            <p:spPr>
              <a:xfrm>
                <a:off x="14040152" y="11906483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20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304" name="순서도: 연결자 303">
                <a:extLst>
                  <a:ext uri="{FF2B5EF4-FFF2-40B4-BE49-F238E27FC236}">
                    <a16:creationId xmlns:a16="http://schemas.microsoft.com/office/drawing/2014/main" id="{25DDE974-B3CB-48DF-804A-B42A8BA25068}"/>
                  </a:ext>
                </a:extLst>
              </p:cNvPr>
              <p:cNvSpPr/>
              <p:nvPr/>
            </p:nvSpPr>
            <p:spPr>
              <a:xfrm>
                <a:off x="14785219" y="11906483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19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305" name="순서도: 연결자 304">
                <a:extLst>
                  <a:ext uri="{FF2B5EF4-FFF2-40B4-BE49-F238E27FC236}">
                    <a16:creationId xmlns:a16="http://schemas.microsoft.com/office/drawing/2014/main" id="{FEFCCA5C-814D-4E1B-9D61-01734273EEA3}"/>
                  </a:ext>
                </a:extLst>
              </p:cNvPr>
              <p:cNvSpPr/>
              <p:nvPr/>
            </p:nvSpPr>
            <p:spPr>
              <a:xfrm>
                <a:off x="15530286" y="11906483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18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308" name="순서도: 연결자 307">
                <a:extLst>
                  <a:ext uri="{FF2B5EF4-FFF2-40B4-BE49-F238E27FC236}">
                    <a16:creationId xmlns:a16="http://schemas.microsoft.com/office/drawing/2014/main" id="{A623AF17-4CF1-4B5E-8841-B56812800A8A}"/>
                  </a:ext>
                </a:extLst>
              </p:cNvPr>
              <p:cNvSpPr/>
              <p:nvPr/>
            </p:nvSpPr>
            <p:spPr>
              <a:xfrm>
                <a:off x="13295085" y="11906483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21</a:t>
                </a:r>
                <a:endParaRPr lang="ko-KR" altLang="en-US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</p:grpSp>
        <p:sp>
          <p:nvSpPr>
            <p:cNvPr id="326" name="화살표: 아래쪽 325">
              <a:extLst>
                <a:ext uri="{FF2B5EF4-FFF2-40B4-BE49-F238E27FC236}">
                  <a16:creationId xmlns:a16="http://schemas.microsoft.com/office/drawing/2014/main" id="{5533BE49-0EFC-4587-9D7E-EBA8E485A6B3}"/>
                </a:ext>
              </a:extLst>
            </p:cNvPr>
            <p:cNvSpPr/>
            <p:nvPr/>
          </p:nvSpPr>
          <p:spPr>
            <a:xfrm>
              <a:off x="4434277" y="3989781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A3108D52-2979-4EA3-8398-C52FCF13A7C2}"/>
              </a:ext>
            </a:extLst>
          </p:cNvPr>
          <p:cNvSpPr>
            <a:spLocks/>
          </p:cNvSpPr>
          <p:nvPr/>
        </p:nvSpPr>
        <p:spPr>
          <a:xfrm>
            <a:off x="946603" y="810555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1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901D95E-9D1C-4D9C-8015-232902DB1FA5}"/>
              </a:ext>
            </a:extLst>
          </p:cNvPr>
          <p:cNvCxnSpPr>
            <a:cxnSpLocks/>
          </p:cNvCxnSpPr>
          <p:nvPr/>
        </p:nvCxnSpPr>
        <p:spPr>
          <a:xfrm>
            <a:off x="1449536" y="638188"/>
            <a:ext cx="0" cy="4135365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C2470FF0-9522-4E1C-9C06-0FC887A1CFFB}"/>
              </a:ext>
            </a:extLst>
          </p:cNvPr>
          <p:cNvSpPr>
            <a:spLocks/>
          </p:cNvSpPr>
          <p:nvPr/>
        </p:nvSpPr>
        <p:spPr>
          <a:xfrm>
            <a:off x="946603" y="1622838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2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547A7C8B-AE78-4BB9-B12D-DB22F0427258}"/>
              </a:ext>
            </a:extLst>
          </p:cNvPr>
          <p:cNvSpPr>
            <a:spLocks/>
          </p:cNvSpPr>
          <p:nvPr/>
        </p:nvSpPr>
        <p:spPr>
          <a:xfrm>
            <a:off x="946603" y="2576025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3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066ECFEA-B586-4136-B0E4-23C06817BFDF}"/>
              </a:ext>
            </a:extLst>
          </p:cNvPr>
          <p:cNvSpPr>
            <a:spLocks/>
          </p:cNvSpPr>
          <p:nvPr/>
        </p:nvSpPr>
        <p:spPr>
          <a:xfrm>
            <a:off x="946603" y="3515568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4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D21D5EF5-0CA8-4724-A41F-0C071DC063E8}"/>
              </a:ext>
            </a:extLst>
          </p:cNvPr>
          <p:cNvSpPr>
            <a:spLocks/>
          </p:cNvSpPr>
          <p:nvPr/>
        </p:nvSpPr>
        <p:spPr>
          <a:xfrm>
            <a:off x="946603" y="4335668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5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01AA671-8B51-1A26-A50A-DDB6FE69ADCE}"/>
              </a:ext>
            </a:extLst>
          </p:cNvPr>
          <p:cNvGrpSpPr/>
          <p:nvPr/>
        </p:nvGrpSpPr>
        <p:grpSpPr>
          <a:xfrm>
            <a:off x="1625086" y="3054545"/>
            <a:ext cx="6628178" cy="688228"/>
            <a:chOff x="1625086" y="3054545"/>
            <a:chExt cx="6628178" cy="688228"/>
          </a:xfrm>
        </p:grpSpPr>
        <p:sp>
          <p:nvSpPr>
            <p:cNvPr id="325" name="화살표: 아래쪽 324">
              <a:extLst>
                <a:ext uri="{FF2B5EF4-FFF2-40B4-BE49-F238E27FC236}">
                  <a16:creationId xmlns:a16="http://schemas.microsoft.com/office/drawing/2014/main" id="{FD715AFF-4962-4154-BE4F-4480E9D651C8}"/>
                </a:ext>
              </a:extLst>
            </p:cNvPr>
            <p:cNvSpPr/>
            <p:nvPr/>
          </p:nvSpPr>
          <p:spPr>
            <a:xfrm>
              <a:off x="4434277" y="3054545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E8FA13E4-AC43-4FBA-9125-B8E0B581ECD5}"/>
                </a:ext>
              </a:extLst>
            </p:cNvPr>
            <p:cNvCxnSpPr>
              <a:cxnSpLocks/>
            </p:cNvCxnSpPr>
            <p:nvPr/>
          </p:nvCxnSpPr>
          <p:spPr>
            <a:xfrm>
              <a:off x="2414305" y="3592881"/>
              <a:ext cx="217792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04A30E47-D2CD-4178-9903-B7E6169B033D}"/>
                </a:ext>
              </a:extLst>
            </p:cNvPr>
            <p:cNvSpPr>
              <a:spLocks/>
            </p:cNvSpPr>
            <p:nvPr/>
          </p:nvSpPr>
          <p:spPr>
            <a:xfrm>
              <a:off x="4632912" y="3442990"/>
              <a:ext cx="2911445" cy="29978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35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C15343F8-F39D-4267-9962-4F134F019EB3}"/>
                </a:ext>
              </a:extLst>
            </p:cNvPr>
            <p:cNvSpPr>
              <a:spLocks/>
            </p:cNvSpPr>
            <p:nvPr/>
          </p:nvSpPr>
          <p:spPr>
            <a:xfrm>
              <a:off x="4632911" y="3267862"/>
              <a:ext cx="2911445" cy="196116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ko-KR" altLang="en-US" sz="750" dirty="0">
                  <a:latin typeface="+mn-ea"/>
                  <a:cs typeface="Microsoft Himalaya" panose="01010100010101010101" pitchFamily="2" charset="0"/>
                </a:rPr>
                <a:t>버퍼</a:t>
              </a:r>
              <a:r>
                <a:rPr lang="en-US" altLang="ko-KR" sz="750" dirty="0">
                  <a:latin typeface="+mn-ea"/>
                  <a:cs typeface="Microsoft Himalaya" panose="01010100010101010101" pitchFamily="2" charset="0"/>
                </a:rPr>
                <a:t>(Empty)</a:t>
              </a:r>
              <a:endParaRPr lang="ko-KR" altLang="en-US" sz="750" dirty="0">
                <a:latin typeface="+mn-ea"/>
                <a:cs typeface="Microsoft Himalaya" panose="01010100010101010101" pitchFamily="2" charset="0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5B69608A-7A27-4828-81D6-93B2F4334EC0}"/>
                </a:ext>
              </a:extLst>
            </p:cNvPr>
            <p:cNvSpPr>
              <a:spLocks/>
            </p:cNvSpPr>
            <p:nvPr/>
          </p:nvSpPr>
          <p:spPr>
            <a:xfrm>
              <a:off x="1625086" y="3442990"/>
              <a:ext cx="718901" cy="2997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r>
                <a:rPr lang="en-US" altLang="ko-KR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Publisher</a:t>
              </a:r>
              <a:endParaRPr lang="ko-KR" altLang="en-US" sz="750" dirty="0">
                <a:ln w="0"/>
                <a:solidFill>
                  <a:srgbClr val="4454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6164ABE8-2D0A-4C41-A67B-295CB8C06D48}"/>
                </a:ext>
              </a:extLst>
            </p:cNvPr>
            <p:cNvCxnSpPr>
              <a:cxnSpLocks/>
            </p:cNvCxnSpPr>
            <p:nvPr/>
          </p:nvCxnSpPr>
          <p:spPr>
            <a:xfrm>
              <a:off x="7596663" y="3592881"/>
              <a:ext cx="65660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순서도: 연결자 121">
              <a:extLst>
                <a:ext uri="{FF2B5EF4-FFF2-40B4-BE49-F238E27FC236}">
                  <a16:creationId xmlns:a16="http://schemas.microsoft.com/office/drawing/2014/main" id="{5AB8E5A8-5340-4A96-BD03-A0D4413CBFC2}"/>
                </a:ext>
              </a:extLst>
            </p:cNvPr>
            <p:cNvSpPr/>
            <p:nvPr/>
          </p:nvSpPr>
          <p:spPr>
            <a:xfrm>
              <a:off x="4224367" y="3484966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bg2">
                  <a:lumMod val="7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11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23" name="순서도: 연결자 122">
              <a:extLst>
                <a:ext uri="{FF2B5EF4-FFF2-40B4-BE49-F238E27FC236}">
                  <a16:creationId xmlns:a16="http://schemas.microsoft.com/office/drawing/2014/main" id="{63FB81F2-CF16-479F-B8E9-9E6BEAD3C4BE}"/>
                </a:ext>
              </a:extLst>
            </p:cNvPr>
            <p:cNvSpPr/>
            <p:nvPr/>
          </p:nvSpPr>
          <p:spPr>
            <a:xfrm>
              <a:off x="3394900" y="3484966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bg2">
                  <a:lumMod val="7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14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24" name="순서도: 연결자 123">
              <a:extLst>
                <a:ext uri="{FF2B5EF4-FFF2-40B4-BE49-F238E27FC236}">
                  <a16:creationId xmlns:a16="http://schemas.microsoft.com/office/drawing/2014/main" id="{E93B16D4-1589-41AA-91AB-795061F31A72}"/>
                </a:ext>
              </a:extLst>
            </p:cNvPr>
            <p:cNvSpPr/>
            <p:nvPr/>
          </p:nvSpPr>
          <p:spPr>
            <a:xfrm>
              <a:off x="3674300" y="3484966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bg2">
                  <a:lumMod val="7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13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25" name="순서도: 연결자 124">
              <a:extLst>
                <a:ext uri="{FF2B5EF4-FFF2-40B4-BE49-F238E27FC236}">
                  <a16:creationId xmlns:a16="http://schemas.microsoft.com/office/drawing/2014/main" id="{1708B420-703A-4B4F-8CAA-5D66F72C0049}"/>
                </a:ext>
              </a:extLst>
            </p:cNvPr>
            <p:cNvSpPr/>
            <p:nvPr/>
          </p:nvSpPr>
          <p:spPr>
            <a:xfrm>
              <a:off x="3953701" y="3484966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bg2">
                  <a:lumMod val="7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12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26" name="순서도: 연결자 125">
              <a:extLst>
                <a:ext uri="{FF2B5EF4-FFF2-40B4-BE49-F238E27FC236}">
                  <a16:creationId xmlns:a16="http://schemas.microsoft.com/office/drawing/2014/main" id="{BB058D27-8985-41DD-8584-1F23BDB55BAA}"/>
                </a:ext>
              </a:extLst>
            </p:cNvPr>
            <p:cNvSpPr/>
            <p:nvPr/>
          </p:nvSpPr>
          <p:spPr>
            <a:xfrm>
              <a:off x="2556700" y="3484966"/>
              <a:ext cx="232127" cy="215831"/>
            </a:xfrm>
            <a:prstGeom prst="flowChartConnec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17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27" name="순서도: 연결자 126">
              <a:extLst>
                <a:ext uri="{FF2B5EF4-FFF2-40B4-BE49-F238E27FC236}">
                  <a16:creationId xmlns:a16="http://schemas.microsoft.com/office/drawing/2014/main" id="{0B833125-E627-49CC-845C-758A7FD5DBFE}"/>
                </a:ext>
              </a:extLst>
            </p:cNvPr>
            <p:cNvSpPr/>
            <p:nvPr/>
          </p:nvSpPr>
          <p:spPr>
            <a:xfrm>
              <a:off x="2836100" y="3484966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bg2">
                  <a:lumMod val="7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16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28" name="순서도: 연결자 127">
              <a:extLst>
                <a:ext uri="{FF2B5EF4-FFF2-40B4-BE49-F238E27FC236}">
                  <a16:creationId xmlns:a16="http://schemas.microsoft.com/office/drawing/2014/main" id="{91245710-7449-483D-86C3-BB2BA7D9E242}"/>
                </a:ext>
              </a:extLst>
            </p:cNvPr>
            <p:cNvSpPr/>
            <p:nvPr/>
          </p:nvSpPr>
          <p:spPr>
            <a:xfrm>
              <a:off x="3115500" y="3484966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bg2">
                  <a:lumMod val="7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15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129" name="연결선: 꺾임 128">
              <a:extLst>
                <a:ext uri="{FF2B5EF4-FFF2-40B4-BE49-F238E27FC236}">
                  <a16:creationId xmlns:a16="http://schemas.microsoft.com/office/drawing/2014/main" id="{904375EA-6EC9-4AA5-B8CD-2B8ABB54EE4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646297" y="2761774"/>
              <a:ext cx="4763" cy="1388267"/>
            </a:xfrm>
            <a:prstGeom prst="bentConnector3">
              <a:avLst>
                <a:gd name="adj1" fmla="val 180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88CB0CC3-B1A0-4A75-A1F3-824C17818E8D}"/>
                </a:ext>
              </a:extLst>
            </p:cNvPr>
            <p:cNvSpPr>
              <a:spLocks/>
            </p:cNvSpPr>
            <p:nvPr/>
          </p:nvSpPr>
          <p:spPr>
            <a:xfrm>
              <a:off x="2954545" y="3171205"/>
              <a:ext cx="1388267" cy="196116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ko-KR" sz="750" dirty="0">
                  <a:latin typeface="+mn-ea"/>
                  <a:cs typeface="Microsoft Himalaya" panose="01010100010101010101" pitchFamily="2" charset="0"/>
                </a:rPr>
                <a:t>Discarded</a:t>
              </a:r>
              <a:endParaRPr lang="ko-KR" altLang="en-US" sz="750" dirty="0">
                <a:latin typeface="+mn-ea"/>
                <a:cs typeface="Microsoft Himalaya" panose="01010100010101010101" pitchFamily="2" charset="0"/>
              </a:endParaRPr>
            </a:p>
          </p:txBody>
        </p:sp>
      </p:grpSp>
      <p:sp>
        <p:nvSpPr>
          <p:cNvPr id="2" name="Google Shape;167;p16">
            <a:extLst>
              <a:ext uri="{FF2B5EF4-FFF2-40B4-BE49-F238E27FC236}">
                <a16:creationId xmlns:a16="http://schemas.microsoft.com/office/drawing/2014/main" id="{0B369617-8A6B-BDD2-84B9-C8BF39554741}"/>
              </a:ext>
            </a:extLst>
          </p:cNvPr>
          <p:cNvSpPr txBox="1">
            <a:spLocks/>
          </p:cNvSpPr>
          <p:nvPr/>
        </p:nvSpPr>
        <p:spPr>
          <a:xfrm>
            <a:off x="87991" y="71085"/>
            <a:ext cx="2326314" cy="257596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sz="14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Backpressure LATEST </a:t>
            </a:r>
            <a:r>
              <a:rPr lang="ko-KR" altLang="en-US" sz="14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전략</a:t>
            </a:r>
            <a:endParaRPr lang="ko-KR" altLang="en-US" sz="1400" dirty="0">
              <a:solidFill>
                <a:srgbClr val="0070C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055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C8046CF5-0462-D438-9082-3B4BF12BF8CB}"/>
              </a:ext>
            </a:extLst>
          </p:cNvPr>
          <p:cNvGrpSpPr/>
          <p:nvPr/>
        </p:nvGrpSpPr>
        <p:grpSpPr>
          <a:xfrm>
            <a:off x="1625085" y="870477"/>
            <a:ext cx="6628179" cy="474911"/>
            <a:chOff x="1625085" y="870477"/>
            <a:chExt cx="6628179" cy="474911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91A38114-DCFC-4C1B-AF3E-C5B2B7B6E93B}"/>
                </a:ext>
              </a:extLst>
            </p:cNvPr>
            <p:cNvSpPr>
              <a:spLocks/>
            </p:cNvSpPr>
            <p:nvPr/>
          </p:nvSpPr>
          <p:spPr>
            <a:xfrm>
              <a:off x="4632911" y="870477"/>
              <a:ext cx="2911445" cy="196116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ko-KR" altLang="en-US" sz="750" dirty="0">
                  <a:latin typeface="+mn-ea"/>
                  <a:cs typeface="Microsoft Himalaya" panose="01010100010101010101" pitchFamily="2" charset="0"/>
                </a:rPr>
                <a:t>버퍼</a:t>
              </a:r>
              <a:r>
                <a:rPr lang="en-US" altLang="ko-KR" sz="750" dirty="0">
                  <a:latin typeface="+mn-ea"/>
                  <a:cs typeface="Microsoft Himalaya" panose="01010100010101010101" pitchFamily="2" charset="0"/>
                </a:rPr>
                <a:t>(size: 10, count: 5)</a:t>
              </a:r>
              <a:endParaRPr lang="ko-KR" altLang="en-US" sz="750" dirty="0">
                <a:latin typeface="+mn-ea"/>
                <a:cs typeface="Microsoft Himalaya" panose="01010100010101010101" pitchFamily="2" charset="0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231E2C-98C7-4B14-8883-DB11C8C25B3D}"/>
                </a:ext>
              </a:extLst>
            </p:cNvPr>
            <p:cNvGrpSpPr/>
            <p:nvPr/>
          </p:nvGrpSpPr>
          <p:grpSpPr>
            <a:xfrm>
              <a:off x="1625085" y="1045605"/>
              <a:ext cx="6628179" cy="299783"/>
              <a:chOff x="1289543" y="906726"/>
              <a:chExt cx="17675144" cy="799420"/>
            </a:xfrm>
          </p:grpSpPr>
          <p:cxnSp>
            <p:nvCxnSpPr>
              <p:cNvPr id="199" name="직선 화살표 연결선 198">
                <a:extLst>
                  <a:ext uri="{FF2B5EF4-FFF2-40B4-BE49-F238E27FC236}">
                    <a16:creationId xmlns:a16="http://schemas.microsoft.com/office/drawing/2014/main" id="{E03028B5-DAF0-4D55-B977-7A5F0FB8C6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1306436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EC8C387D-B33E-4AFD-AF88-43406857AD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906726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2" name="순서도: 연결자 201">
                <a:extLst>
                  <a:ext uri="{FF2B5EF4-FFF2-40B4-BE49-F238E27FC236}">
                    <a16:creationId xmlns:a16="http://schemas.microsoft.com/office/drawing/2014/main" id="{2C306217-442B-40B2-BA5C-860CEA5BE139}"/>
                  </a:ext>
                </a:extLst>
              </p:cNvPr>
              <p:cNvSpPr/>
              <p:nvPr/>
            </p:nvSpPr>
            <p:spPr>
              <a:xfrm>
                <a:off x="16252062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3" name="순서도: 연결자 202">
                <a:extLst>
                  <a:ext uri="{FF2B5EF4-FFF2-40B4-BE49-F238E27FC236}">
                    <a16:creationId xmlns:a16="http://schemas.microsoft.com/office/drawing/2014/main" id="{16E471A9-9BF3-4851-9E4B-5CF2676A4EDE}"/>
                  </a:ext>
                </a:extLst>
              </p:cNvPr>
              <p:cNvSpPr/>
              <p:nvPr/>
            </p:nvSpPr>
            <p:spPr>
              <a:xfrm>
                <a:off x="15506998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9" name="순서도: 연결자 208">
                <a:extLst>
                  <a:ext uri="{FF2B5EF4-FFF2-40B4-BE49-F238E27FC236}">
                    <a16:creationId xmlns:a16="http://schemas.microsoft.com/office/drawing/2014/main" id="{D64EE672-D4C7-4881-9C1F-20CF0A433212}"/>
                  </a:ext>
                </a:extLst>
              </p:cNvPr>
              <p:cNvSpPr/>
              <p:nvPr/>
            </p:nvSpPr>
            <p:spPr>
              <a:xfrm>
                <a:off x="13271797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0" name="순서도: 연결자 209">
                <a:extLst>
                  <a:ext uri="{FF2B5EF4-FFF2-40B4-BE49-F238E27FC236}">
                    <a16:creationId xmlns:a16="http://schemas.microsoft.com/office/drawing/2014/main" id="{2150C249-DAF8-4C6B-9D17-29726D7F976D}"/>
                  </a:ext>
                </a:extLst>
              </p:cNvPr>
              <p:cNvSpPr/>
              <p:nvPr/>
            </p:nvSpPr>
            <p:spPr>
              <a:xfrm>
                <a:off x="14016864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1" name="순서도: 연결자 210">
                <a:extLst>
                  <a:ext uri="{FF2B5EF4-FFF2-40B4-BE49-F238E27FC236}">
                    <a16:creationId xmlns:a16="http://schemas.microsoft.com/office/drawing/2014/main" id="{F631FAA0-634C-4985-A37C-E864E8B9C1D3}"/>
                  </a:ext>
                </a:extLst>
              </p:cNvPr>
              <p:cNvSpPr/>
              <p:nvPr/>
            </p:nvSpPr>
            <p:spPr>
              <a:xfrm>
                <a:off x="14761931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66388DA8-B686-4F0D-8CB0-E53E7A5389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906726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13" name="직선 화살표 연결선 212">
                <a:extLst>
                  <a:ext uri="{FF2B5EF4-FFF2-40B4-BE49-F238E27FC236}">
                    <a16:creationId xmlns:a16="http://schemas.microsoft.com/office/drawing/2014/main" id="{876A85DC-AAE5-4694-9DA7-F38EA49456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1306436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D30F584-7826-1E3D-7C3E-0DC34D365FD3}"/>
              </a:ext>
            </a:extLst>
          </p:cNvPr>
          <p:cNvGrpSpPr/>
          <p:nvPr/>
        </p:nvGrpSpPr>
        <p:grpSpPr>
          <a:xfrm>
            <a:off x="1625085" y="1473552"/>
            <a:ext cx="6628179" cy="584163"/>
            <a:chOff x="1625085" y="1473552"/>
            <a:chExt cx="6628179" cy="584163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BBD5BB7-FDC7-4C6C-9D87-2E82B260292E}"/>
                </a:ext>
              </a:extLst>
            </p:cNvPr>
            <p:cNvGrpSpPr/>
            <p:nvPr/>
          </p:nvGrpSpPr>
          <p:grpSpPr>
            <a:xfrm>
              <a:off x="1625085" y="1582804"/>
              <a:ext cx="6628179" cy="474911"/>
              <a:chOff x="1289543" y="2952801"/>
              <a:chExt cx="17675144" cy="1266429"/>
            </a:xfrm>
          </p:grpSpPr>
          <p:cxnSp>
            <p:nvCxnSpPr>
              <p:cNvPr id="177" name="직선 화살표 연결선 176">
                <a:extLst>
                  <a:ext uri="{FF2B5EF4-FFF2-40B4-BE49-F238E27FC236}">
                    <a16:creationId xmlns:a16="http://schemas.microsoft.com/office/drawing/2014/main" id="{2AF997BB-D2FF-415C-9AF5-5342838A1A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3819520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AB872BF4-6499-49EF-9775-2CFD3CEC02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3419810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BCA479EA-8F54-4529-8265-BC6F6F5B7E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2952801"/>
                <a:ext cx="776385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ko-KR" altLang="en-US" sz="750" dirty="0">
                    <a:latin typeface="+mn-ea"/>
                    <a:cs typeface="Microsoft Himalaya" panose="01010100010101010101" pitchFamily="2" charset="0"/>
                  </a:rPr>
                  <a:t>버퍼</a:t>
                </a:r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(size: 10, count: 10, Full)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0" name="순서도: 연결자 179">
                <a:extLst>
                  <a:ext uri="{FF2B5EF4-FFF2-40B4-BE49-F238E27FC236}">
                    <a16:creationId xmlns:a16="http://schemas.microsoft.com/office/drawing/2014/main" id="{ACB93711-064C-4EDC-8E18-9E6166AD740A}"/>
                  </a:ext>
                </a:extLst>
              </p:cNvPr>
              <p:cNvSpPr/>
              <p:nvPr/>
            </p:nvSpPr>
            <p:spPr>
              <a:xfrm>
                <a:off x="16252062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1" name="순서도: 연결자 180">
                <a:extLst>
                  <a:ext uri="{FF2B5EF4-FFF2-40B4-BE49-F238E27FC236}">
                    <a16:creationId xmlns:a16="http://schemas.microsoft.com/office/drawing/2014/main" id="{D2571449-91C2-4216-BB5E-ACD0550A7DBE}"/>
                  </a:ext>
                </a:extLst>
              </p:cNvPr>
              <p:cNvSpPr/>
              <p:nvPr/>
            </p:nvSpPr>
            <p:spPr>
              <a:xfrm>
                <a:off x="15506998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2" name="순서도: 연결자 181">
                <a:extLst>
                  <a:ext uri="{FF2B5EF4-FFF2-40B4-BE49-F238E27FC236}">
                    <a16:creationId xmlns:a16="http://schemas.microsoft.com/office/drawing/2014/main" id="{6F156EC2-FF3D-42F5-ADC3-E0AF318BDDB8}"/>
                  </a:ext>
                </a:extLst>
              </p:cNvPr>
              <p:cNvSpPr/>
              <p:nvPr/>
            </p:nvSpPr>
            <p:spPr>
              <a:xfrm>
                <a:off x="9546462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10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3" name="순서도: 연결자 182">
                <a:extLst>
                  <a:ext uri="{FF2B5EF4-FFF2-40B4-BE49-F238E27FC236}">
                    <a16:creationId xmlns:a16="http://schemas.microsoft.com/office/drawing/2014/main" id="{D2B2BCB6-29AF-4568-A3B5-7AA35F8AFD2A}"/>
                  </a:ext>
                </a:extLst>
              </p:cNvPr>
              <p:cNvSpPr/>
              <p:nvPr/>
            </p:nvSpPr>
            <p:spPr>
              <a:xfrm>
                <a:off x="10291529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9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4" name="순서도: 연결자 183">
                <a:extLst>
                  <a:ext uri="{FF2B5EF4-FFF2-40B4-BE49-F238E27FC236}">
                    <a16:creationId xmlns:a16="http://schemas.microsoft.com/office/drawing/2014/main" id="{D0E8B408-D167-4A7F-A88E-4AF37A6BC8BE}"/>
                  </a:ext>
                </a:extLst>
              </p:cNvPr>
              <p:cNvSpPr/>
              <p:nvPr/>
            </p:nvSpPr>
            <p:spPr>
              <a:xfrm>
                <a:off x="11036596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8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5" name="순서도: 연결자 184">
                <a:extLst>
                  <a:ext uri="{FF2B5EF4-FFF2-40B4-BE49-F238E27FC236}">
                    <a16:creationId xmlns:a16="http://schemas.microsoft.com/office/drawing/2014/main" id="{DEC8131C-40F3-4EEC-8E8D-A071A3F9746F}"/>
                  </a:ext>
                </a:extLst>
              </p:cNvPr>
              <p:cNvSpPr/>
              <p:nvPr/>
            </p:nvSpPr>
            <p:spPr>
              <a:xfrm>
                <a:off x="11781663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6" name="순서도: 연결자 185">
                <a:extLst>
                  <a:ext uri="{FF2B5EF4-FFF2-40B4-BE49-F238E27FC236}">
                    <a16:creationId xmlns:a16="http://schemas.microsoft.com/office/drawing/2014/main" id="{FA5040B6-FDDA-41F3-88BA-FB30AB097ADB}"/>
                  </a:ext>
                </a:extLst>
              </p:cNvPr>
              <p:cNvSpPr/>
              <p:nvPr/>
            </p:nvSpPr>
            <p:spPr>
              <a:xfrm>
                <a:off x="12526730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6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7" name="순서도: 연결자 186">
                <a:extLst>
                  <a:ext uri="{FF2B5EF4-FFF2-40B4-BE49-F238E27FC236}">
                    <a16:creationId xmlns:a16="http://schemas.microsoft.com/office/drawing/2014/main" id="{560EAE4E-22B2-4026-B58C-8A179B598BF2}"/>
                  </a:ext>
                </a:extLst>
              </p:cNvPr>
              <p:cNvSpPr/>
              <p:nvPr/>
            </p:nvSpPr>
            <p:spPr>
              <a:xfrm>
                <a:off x="13271797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8" name="순서도: 연결자 187">
                <a:extLst>
                  <a:ext uri="{FF2B5EF4-FFF2-40B4-BE49-F238E27FC236}">
                    <a16:creationId xmlns:a16="http://schemas.microsoft.com/office/drawing/2014/main" id="{4BF9B028-52C9-4533-8C17-FA2D14FE60EE}"/>
                  </a:ext>
                </a:extLst>
              </p:cNvPr>
              <p:cNvSpPr/>
              <p:nvPr/>
            </p:nvSpPr>
            <p:spPr>
              <a:xfrm>
                <a:off x="14016864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9" name="순서도: 연결자 188">
                <a:extLst>
                  <a:ext uri="{FF2B5EF4-FFF2-40B4-BE49-F238E27FC236}">
                    <a16:creationId xmlns:a16="http://schemas.microsoft.com/office/drawing/2014/main" id="{5EABFBB4-8B2A-48B2-A7C2-305552BFC921}"/>
                  </a:ext>
                </a:extLst>
              </p:cNvPr>
              <p:cNvSpPr/>
              <p:nvPr/>
            </p:nvSpPr>
            <p:spPr>
              <a:xfrm>
                <a:off x="14761931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071FEABA-36DA-40B5-B411-F03F3E3C1C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3419810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91" name="직선 화살표 연결선 190">
                <a:extLst>
                  <a:ext uri="{FF2B5EF4-FFF2-40B4-BE49-F238E27FC236}">
                    <a16:creationId xmlns:a16="http://schemas.microsoft.com/office/drawing/2014/main" id="{F9FE456B-EC56-405C-985E-B0FE81716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3819520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화살표: 아래쪽 56">
              <a:extLst>
                <a:ext uri="{FF2B5EF4-FFF2-40B4-BE49-F238E27FC236}">
                  <a16:creationId xmlns:a16="http://schemas.microsoft.com/office/drawing/2014/main" id="{96C0CA28-5878-4B1D-9D8C-61C946BD9ED4}"/>
                </a:ext>
              </a:extLst>
            </p:cNvPr>
            <p:cNvSpPr/>
            <p:nvPr/>
          </p:nvSpPr>
          <p:spPr>
            <a:xfrm>
              <a:off x="4306416" y="1473552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A3108D52-2979-4EA3-8398-C52FCF13A7C2}"/>
              </a:ext>
            </a:extLst>
          </p:cNvPr>
          <p:cNvSpPr>
            <a:spLocks/>
          </p:cNvSpPr>
          <p:nvPr/>
        </p:nvSpPr>
        <p:spPr>
          <a:xfrm>
            <a:off x="946603" y="1107296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1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901D95E-9D1C-4D9C-8015-232902DB1FA5}"/>
              </a:ext>
            </a:extLst>
          </p:cNvPr>
          <p:cNvCxnSpPr>
            <a:cxnSpLocks/>
          </p:cNvCxnSpPr>
          <p:nvPr/>
        </p:nvCxnSpPr>
        <p:spPr>
          <a:xfrm>
            <a:off x="1449536" y="934928"/>
            <a:ext cx="0" cy="3107708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C2470FF0-9522-4E1C-9C06-0FC887A1CFFB}"/>
              </a:ext>
            </a:extLst>
          </p:cNvPr>
          <p:cNvSpPr>
            <a:spLocks/>
          </p:cNvSpPr>
          <p:nvPr/>
        </p:nvSpPr>
        <p:spPr>
          <a:xfrm>
            <a:off x="946603" y="1804928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2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547A7C8B-AE78-4BB9-B12D-DB22F0427258}"/>
              </a:ext>
            </a:extLst>
          </p:cNvPr>
          <p:cNvSpPr>
            <a:spLocks/>
          </p:cNvSpPr>
          <p:nvPr/>
        </p:nvSpPr>
        <p:spPr>
          <a:xfrm>
            <a:off x="946603" y="2748955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3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066ECFEA-B586-4136-B0E4-23C06817BFDF}"/>
              </a:ext>
            </a:extLst>
          </p:cNvPr>
          <p:cNvSpPr>
            <a:spLocks/>
          </p:cNvSpPr>
          <p:nvPr/>
        </p:nvSpPr>
        <p:spPr>
          <a:xfrm>
            <a:off x="946603" y="3632836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4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074B8DE-496E-7F41-8586-27AF23274C3E}"/>
              </a:ext>
            </a:extLst>
          </p:cNvPr>
          <p:cNvGrpSpPr/>
          <p:nvPr/>
        </p:nvGrpSpPr>
        <p:grpSpPr>
          <a:xfrm>
            <a:off x="1625086" y="2135070"/>
            <a:ext cx="6628178" cy="879286"/>
            <a:chOff x="1625086" y="2135070"/>
            <a:chExt cx="6628178" cy="879286"/>
          </a:xfrm>
        </p:grpSpPr>
        <p:sp>
          <p:nvSpPr>
            <p:cNvPr id="324" name="화살표: 아래쪽 323">
              <a:extLst>
                <a:ext uri="{FF2B5EF4-FFF2-40B4-BE49-F238E27FC236}">
                  <a16:creationId xmlns:a16="http://schemas.microsoft.com/office/drawing/2014/main" id="{26ABFD45-8EBF-448D-B8F4-86E0E11A90CC}"/>
                </a:ext>
              </a:extLst>
            </p:cNvPr>
            <p:cNvSpPr/>
            <p:nvPr/>
          </p:nvSpPr>
          <p:spPr>
            <a:xfrm>
              <a:off x="4306416" y="2135070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186D565B-8CD8-4F55-AE27-6445C25BCA89}"/>
                </a:ext>
              </a:extLst>
            </p:cNvPr>
            <p:cNvGrpSpPr/>
            <p:nvPr/>
          </p:nvGrpSpPr>
          <p:grpSpPr>
            <a:xfrm>
              <a:off x="4090580" y="2295131"/>
              <a:ext cx="706221" cy="553535"/>
              <a:chOff x="10652272" y="7863806"/>
              <a:chExt cx="1883256" cy="1476093"/>
            </a:xfrm>
          </p:grpSpPr>
          <p:sp>
            <p:nvSpPr>
              <p:cNvPr id="138" name="폭발: 14pt 137">
                <a:extLst>
                  <a:ext uri="{FF2B5EF4-FFF2-40B4-BE49-F238E27FC236}">
                    <a16:creationId xmlns:a16="http://schemas.microsoft.com/office/drawing/2014/main" id="{8E0CC169-EACA-4C96-903E-F362EC110A6C}"/>
                  </a:ext>
                </a:extLst>
              </p:cNvPr>
              <p:cNvSpPr/>
              <p:nvPr/>
            </p:nvSpPr>
            <p:spPr>
              <a:xfrm>
                <a:off x="10652272" y="7863806"/>
                <a:ext cx="1883256" cy="1476093"/>
              </a:xfrm>
              <a:prstGeom prst="irregularSeal2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endParaRPr lang="ko-KR" altLang="en-US" sz="1350" dirty="0">
                  <a:ln w="0"/>
                  <a:solidFill>
                    <a:srgbClr val="44546A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A51EE5E-6638-4D4F-9868-2B335D6CBEF3}"/>
                  </a:ext>
                </a:extLst>
              </p:cNvPr>
              <p:cNvSpPr txBox="1"/>
              <p:nvPr/>
            </p:nvSpPr>
            <p:spPr>
              <a:xfrm rot="20202462">
                <a:off x="10857994" y="8355002"/>
                <a:ext cx="1364071" cy="424427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en-US" altLang="ko-KR" sz="900" dirty="0"/>
                  <a:t>overflow</a:t>
                </a:r>
                <a:endParaRPr lang="ko-KR" altLang="en-US" sz="900" dirty="0"/>
              </a:p>
            </p:txBody>
          </p:sp>
        </p:grpSp>
        <p:cxnSp>
          <p:nvCxnSpPr>
            <p:cNvPr id="243" name="직선 화살표 연결선 242">
              <a:extLst>
                <a:ext uri="{FF2B5EF4-FFF2-40B4-BE49-F238E27FC236}">
                  <a16:creationId xmlns:a16="http://schemas.microsoft.com/office/drawing/2014/main" id="{09262D8D-423E-4FFF-AF75-F6AB629F810B}"/>
                </a:ext>
              </a:extLst>
            </p:cNvPr>
            <p:cNvCxnSpPr>
              <a:cxnSpLocks/>
            </p:cNvCxnSpPr>
            <p:nvPr/>
          </p:nvCxnSpPr>
          <p:spPr>
            <a:xfrm>
              <a:off x="2414305" y="2864465"/>
              <a:ext cx="177261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CE7310C3-7E82-4632-BF40-4B40E6959B0B}"/>
                </a:ext>
              </a:extLst>
            </p:cNvPr>
            <p:cNvSpPr>
              <a:spLocks/>
            </p:cNvSpPr>
            <p:nvPr/>
          </p:nvSpPr>
          <p:spPr>
            <a:xfrm>
              <a:off x="4401963" y="2714573"/>
              <a:ext cx="3142394" cy="2997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35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B90D28C7-6787-493E-9785-EEDC20B9B283}"/>
                </a:ext>
              </a:extLst>
            </p:cNvPr>
            <p:cNvSpPr>
              <a:spLocks/>
            </p:cNvSpPr>
            <p:nvPr/>
          </p:nvSpPr>
          <p:spPr>
            <a:xfrm>
              <a:off x="4632911" y="2539445"/>
              <a:ext cx="2911445" cy="196116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ko-KR" altLang="en-US" sz="750" dirty="0">
                  <a:latin typeface="+mn-ea"/>
                  <a:cs typeface="Microsoft Himalaya" panose="01010100010101010101" pitchFamily="2" charset="0"/>
                </a:rPr>
                <a:t>버퍼</a:t>
              </a:r>
              <a:r>
                <a:rPr lang="en-US" altLang="ko-KR" sz="750" dirty="0">
                  <a:latin typeface="+mn-ea"/>
                  <a:cs typeface="Microsoft Himalaya" panose="01010100010101010101" pitchFamily="2" charset="0"/>
                </a:rPr>
                <a:t>(size: 10, count: 11, Overflow)</a:t>
              </a:r>
              <a:endParaRPr lang="ko-KR" altLang="en-US" sz="750" dirty="0">
                <a:latin typeface="+mn-ea"/>
                <a:cs typeface="Microsoft Himalaya" panose="01010100010101010101" pitchFamily="2" charset="0"/>
              </a:endParaRPr>
            </a:p>
          </p:txBody>
        </p:sp>
        <p:sp>
          <p:nvSpPr>
            <p:cNvPr id="246" name="순서도: 연결자 245">
              <a:extLst>
                <a:ext uri="{FF2B5EF4-FFF2-40B4-BE49-F238E27FC236}">
                  <a16:creationId xmlns:a16="http://schemas.microsoft.com/office/drawing/2014/main" id="{F574321B-D3B6-42FF-8B6B-F413665AABEA}"/>
                </a:ext>
              </a:extLst>
            </p:cNvPr>
            <p:cNvSpPr/>
            <p:nvPr/>
          </p:nvSpPr>
          <p:spPr>
            <a:xfrm>
              <a:off x="7236030" y="275654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47" name="순서도: 연결자 246">
              <a:extLst>
                <a:ext uri="{FF2B5EF4-FFF2-40B4-BE49-F238E27FC236}">
                  <a16:creationId xmlns:a16="http://schemas.microsoft.com/office/drawing/2014/main" id="{27F666C7-46C0-466B-BB33-67562BB7CF72}"/>
                </a:ext>
              </a:extLst>
            </p:cNvPr>
            <p:cNvSpPr/>
            <p:nvPr/>
          </p:nvSpPr>
          <p:spPr>
            <a:xfrm>
              <a:off x="6956631" y="275654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2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49" name="순서도: 연결자 248">
              <a:extLst>
                <a:ext uri="{FF2B5EF4-FFF2-40B4-BE49-F238E27FC236}">
                  <a16:creationId xmlns:a16="http://schemas.microsoft.com/office/drawing/2014/main" id="{4FE5AC2F-BF24-4B9B-A10B-2E7EA035B211}"/>
                </a:ext>
              </a:extLst>
            </p:cNvPr>
            <p:cNvSpPr/>
            <p:nvPr/>
          </p:nvSpPr>
          <p:spPr>
            <a:xfrm>
              <a:off x="5000830" y="275654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9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0" name="순서도: 연결자 249">
              <a:extLst>
                <a:ext uri="{FF2B5EF4-FFF2-40B4-BE49-F238E27FC236}">
                  <a16:creationId xmlns:a16="http://schemas.microsoft.com/office/drawing/2014/main" id="{828AF686-E783-4016-9007-ACAD82419CAB}"/>
                </a:ext>
              </a:extLst>
            </p:cNvPr>
            <p:cNvSpPr/>
            <p:nvPr/>
          </p:nvSpPr>
          <p:spPr>
            <a:xfrm>
              <a:off x="5280230" y="275654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8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1" name="순서도: 연결자 250">
              <a:extLst>
                <a:ext uri="{FF2B5EF4-FFF2-40B4-BE49-F238E27FC236}">
                  <a16:creationId xmlns:a16="http://schemas.microsoft.com/office/drawing/2014/main" id="{1E6801A4-4BC6-4A86-8ACE-1DB4A3D208A6}"/>
                </a:ext>
              </a:extLst>
            </p:cNvPr>
            <p:cNvSpPr/>
            <p:nvPr/>
          </p:nvSpPr>
          <p:spPr>
            <a:xfrm>
              <a:off x="5559630" y="275654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7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2" name="순서도: 연결자 251">
              <a:extLst>
                <a:ext uri="{FF2B5EF4-FFF2-40B4-BE49-F238E27FC236}">
                  <a16:creationId xmlns:a16="http://schemas.microsoft.com/office/drawing/2014/main" id="{F5A49180-C25B-4A26-A1B1-9D4A644635C4}"/>
                </a:ext>
              </a:extLst>
            </p:cNvPr>
            <p:cNvSpPr/>
            <p:nvPr/>
          </p:nvSpPr>
          <p:spPr>
            <a:xfrm>
              <a:off x="5839030" y="275654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6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3" name="순서도: 연결자 252">
              <a:extLst>
                <a:ext uri="{FF2B5EF4-FFF2-40B4-BE49-F238E27FC236}">
                  <a16:creationId xmlns:a16="http://schemas.microsoft.com/office/drawing/2014/main" id="{82988261-BF21-4912-8E92-B9B0AB456862}"/>
                </a:ext>
              </a:extLst>
            </p:cNvPr>
            <p:cNvSpPr/>
            <p:nvPr/>
          </p:nvSpPr>
          <p:spPr>
            <a:xfrm>
              <a:off x="6118430" y="275654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5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4" name="순서도: 연결자 253">
              <a:extLst>
                <a:ext uri="{FF2B5EF4-FFF2-40B4-BE49-F238E27FC236}">
                  <a16:creationId xmlns:a16="http://schemas.microsoft.com/office/drawing/2014/main" id="{3E1F499A-D719-4FAA-BA83-65076D3A563D}"/>
                </a:ext>
              </a:extLst>
            </p:cNvPr>
            <p:cNvSpPr/>
            <p:nvPr/>
          </p:nvSpPr>
          <p:spPr>
            <a:xfrm>
              <a:off x="6397831" y="275654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4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5" name="순서도: 연결자 254">
              <a:extLst>
                <a:ext uri="{FF2B5EF4-FFF2-40B4-BE49-F238E27FC236}">
                  <a16:creationId xmlns:a16="http://schemas.microsoft.com/office/drawing/2014/main" id="{B12CE441-F919-4056-973B-36B94AFB9A7F}"/>
                </a:ext>
              </a:extLst>
            </p:cNvPr>
            <p:cNvSpPr/>
            <p:nvPr/>
          </p:nvSpPr>
          <p:spPr>
            <a:xfrm>
              <a:off x="6677231" y="275654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3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44D14A4D-C1FF-4A0A-843B-ABFAE1B2941D}"/>
                </a:ext>
              </a:extLst>
            </p:cNvPr>
            <p:cNvSpPr>
              <a:spLocks/>
            </p:cNvSpPr>
            <p:nvPr/>
          </p:nvSpPr>
          <p:spPr>
            <a:xfrm>
              <a:off x="1625086" y="2714573"/>
              <a:ext cx="718901" cy="2997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r>
                <a:rPr lang="en-US" altLang="ko-KR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Publisher</a:t>
              </a:r>
              <a:endParaRPr lang="ko-KR" altLang="en-US" sz="750" dirty="0">
                <a:ln w="0"/>
                <a:solidFill>
                  <a:srgbClr val="4454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257" name="직선 화살표 연결선 256">
              <a:extLst>
                <a:ext uri="{FF2B5EF4-FFF2-40B4-BE49-F238E27FC236}">
                  <a16:creationId xmlns:a16="http://schemas.microsoft.com/office/drawing/2014/main" id="{3AD7062B-0E55-43C5-A273-764BC7154E26}"/>
                </a:ext>
              </a:extLst>
            </p:cNvPr>
            <p:cNvCxnSpPr>
              <a:cxnSpLocks/>
            </p:cNvCxnSpPr>
            <p:nvPr/>
          </p:nvCxnSpPr>
          <p:spPr>
            <a:xfrm>
              <a:off x="7596663" y="2864465"/>
              <a:ext cx="65660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순서도: 연결자 260">
              <a:extLst>
                <a:ext uri="{FF2B5EF4-FFF2-40B4-BE49-F238E27FC236}">
                  <a16:creationId xmlns:a16="http://schemas.microsoft.com/office/drawing/2014/main" id="{2B26F803-1E0D-46C0-A7B8-E0FDB13CC44A}"/>
                </a:ext>
              </a:extLst>
            </p:cNvPr>
            <p:cNvSpPr/>
            <p:nvPr/>
          </p:nvSpPr>
          <p:spPr>
            <a:xfrm>
              <a:off x="4451871" y="2756549"/>
              <a:ext cx="232127" cy="215831"/>
            </a:xfrm>
            <a:prstGeom prst="flowChartConnec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11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20" name="순서도: 연결자 119">
              <a:extLst>
                <a:ext uri="{FF2B5EF4-FFF2-40B4-BE49-F238E27FC236}">
                  <a16:creationId xmlns:a16="http://schemas.microsoft.com/office/drawing/2014/main" id="{03525131-676B-421F-A82F-6C2C91CFFF77}"/>
                </a:ext>
              </a:extLst>
            </p:cNvPr>
            <p:cNvSpPr/>
            <p:nvPr/>
          </p:nvSpPr>
          <p:spPr>
            <a:xfrm>
              <a:off x="4726351" y="2752606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10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BBC1ED5-96FB-ED7D-9364-95C9C7CBE6A8}"/>
              </a:ext>
            </a:extLst>
          </p:cNvPr>
          <p:cNvGrpSpPr/>
          <p:nvPr/>
        </p:nvGrpSpPr>
        <p:grpSpPr>
          <a:xfrm>
            <a:off x="1625086" y="3251772"/>
            <a:ext cx="6628178" cy="790865"/>
            <a:chOff x="1625086" y="3251772"/>
            <a:chExt cx="6628178" cy="790865"/>
          </a:xfrm>
        </p:grpSpPr>
        <p:cxnSp>
          <p:nvCxnSpPr>
            <p:cNvPr id="268" name="직선 화살표 연결선 267">
              <a:extLst>
                <a:ext uri="{FF2B5EF4-FFF2-40B4-BE49-F238E27FC236}">
                  <a16:creationId xmlns:a16="http://schemas.microsoft.com/office/drawing/2014/main" id="{ED9A8A02-42D2-4E69-9298-6A5D702F86E9}"/>
                </a:ext>
              </a:extLst>
            </p:cNvPr>
            <p:cNvCxnSpPr>
              <a:cxnSpLocks/>
            </p:cNvCxnSpPr>
            <p:nvPr/>
          </p:nvCxnSpPr>
          <p:spPr>
            <a:xfrm>
              <a:off x="2414305" y="3727301"/>
              <a:ext cx="183073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E3B16AD4-91DF-4613-A4AE-EA918BC3D2E7}"/>
                </a:ext>
              </a:extLst>
            </p:cNvPr>
            <p:cNvSpPr>
              <a:spLocks/>
            </p:cNvSpPr>
            <p:nvPr/>
          </p:nvSpPr>
          <p:spPr>
            <a:xfrm>
              <a:off x="4401963" y="3577409"/>
              <a:ext cx="3142394" cy="29978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35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9D17B304-5F54-4FD7-8F72-7E285D32B9C3}"/>
                </a:ext>
              </a:extLst>
            </p:cNvPr>
            <p:cNvSpPr>
              <a:spLocks/>
            </p:cNvSpPr>
            <p:nvPr/>
          </p:nvSpPr>
          <p:spPr>
            <a:xfrm>
              <a:off x="4632911" y="3402281"/>
              <a:ext cx="2911445" cy="196116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ko-KR" altLang="en-US" sz="750" dirty="0">
                  <a:latin typeface="+mn-ea"/>
                  <a:cs typeface="Microsoft Himalaya" panose="01010100010101010101" pitchFamily="2" charset="0"/>
                </a:rPr>
                <a:t>버퍼</a:t>
              </a:r>
              <a:r>
                <a:rPr lang="en-US" altLang="ko-KR" sz="750" dirty="0">
                  <a:latin typeface="+mn-ea"/>
                  <a:cs typeface="Microsoft Himalaya" panose="01010100010101010101" pitchFamily="2" charset="0"/>
                </a:rPr>
                <a:t>(size: 10, count: 10, Full)</a:t>
              </a:r>
              <a:endParaRPr lang="ko-KR" altLang="en-US" sz="750" dirty="0">
                <a:latin typeface="+mn-ea"/>
                <a:cs typeface="Microsoft Himalaya" panose="01010100010101010101" pitchFamily="2" charset="0"/>
              </a:endParaRPr>
            </a:p>
          </p:txBody>
        </p:sp>
        <p:sp>
          <p:nvSpPr>
            <p:cNvPr id="271" name="순서도: 연결자 270">
              <a:extLst>
                <a:ext uri="{FF2B5EF4-FFF2-40B4-BE49-F238E27FC236}">
                  <a16:creationId xmlns:a16="http://schemas.microsoft.com/office/drawing/2014/main" id="{7B65F943-4E9E-4791-8325-DEA2D9D8BAE9}"/>
                </a:ext>
              </a:extLst>
            </p:cNvPr>
            <p:cNvSpPr/>
            <p:nvPr/>
          </p:nvSpPr>
          <p:spPr>
            <a:xfrm>
              <a:off x="7236030" y="3619385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2" name="순서도: 연결자 271">
              <a:extLst>
                <a:ext uri="{FF2B5EF4-FFF2-40B4-BE49-F238E27FC236}">
                  <a16:creationId xmlns:a16="http://schemas.microsoft.com/office/drawing/2014/main" id="{9D1FA5ED-27FE-4C91-B450-3D762B1C660F}"/>
                </a:ext>
              </a:extLst>
            </p:cNvPr>
            <p:cNvSpPr/>
            <p:nvPr/>
          </p:nvSpPr>
          <p:spPr>
            <a:xfrm>
              <a:off x="6956631" y="3619385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2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3" name="순서도: 연결자 272">
              <a:extLst>
                <a:ext uri="{FF2B5EF4-FFF2-40B4-BE49-F238E27FC236}">
                  <a16:creationId xmlns:a16="http://schemas.microsoft.com/office/drawing/2014/main" id="{3FF69BDB-E9D4-48AE-9806-B2AA96B1C609}"/>
                </a:ext>
              </a:extLst>
            </p:cNvPr>
            <p:cNvSpPr/>
            <p:nvPr/>
          </p:nvSpPr>
          <p:spPr>
            <a:xfrm>
              <a:off x="4721430" y="3619385"/>
              <a:ext cx="232127" cy="215831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10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4" name="순서도: 연결자 273">
              <a:extLst>
                <a:ext uri="{FF2B5EF4-FFF2-40B4-BE49-F238E27FC236}">
                  <a16:creationId xmlns:a16="http://schemas.microsoft.com/office/drawing/2014/main" id="{C2FA3151-5607-457D-851B-B3F2A831FF82}"/>
                </a:ext>
              </a:extLst>
            </p:cNvPr>
            <p:cNvSpPr/>
            <p:nvPr/>
          </p:nvSpPr>
          <p:spPr>
            <a:xfrm>
              <a:off x="5000830" y="3619385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9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5" name="순서도: 연결자 274">
              <a:extLst>
                <a:ext uri="{FF2B5EF4-FFF2-40B4-BE49-F238E27FC236}">
                  <a16:creationId xmlns:a16="http://schemas.microsoft.com/office/drawing/2014/main" id="{85E23D25-E364-42E9-8E2C-8ED7FC5897A3}"/>
                </a:ext>
              </a:extLst>
            </p:cNvPr>
            <p:cNvSpPr/>
            <p:nvPr/>
          </p:nvSpPr>
          <p:spPr>
            <a:xfrm>
              <a:off x="5280230" y="3619385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8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6" name="순서도: 연결자 275">
              <a:extLst>
                <a:ext uri="{FF2B5EF4-FFF2-40B4-BE49-F238E27FC236}">
                  <a16:creationId xmlns:a16="http://schemas.microsoft.com/office/drawing/2014/main" id="{0D3CD133-D6A2-455F-BD05-AC513B71BF11}"/>
                </a:ext>
              </a:extLst>
            </p:cNvPr>
            <p:cNvSpPr/>
            <p:nvPr/>
          </p:nvSpPr>
          <p:spPr>
            <a:xfrm>
              <a:off x="5559630" y="3619385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7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7" name="순서도: 연결자 276">
              <a:extLst>
                <a:ext uri="{FF2B5EF4-FFF2-40B4-BE49-F238E27FC236}">
                  <a16:creationId xmlns:a16="http://schemas.microsoft.com/office/drawing/2014/main" id="{EFDA84DA-C508-419F-9F6F-2E03B8B6AD75}"/>
                </a:ext>
              </a:extLst>
            </p:cNvPr>
            <p:cNvSpPr/>
            <p:nvPr/>
          </p:nvSpPr>
          <p:spPr>
            <a:xfrm>
              <a:off x="5839030" y="3619385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6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8" name="순서도: 연결자 277">
              <a:extLst>
                <a:ext uri="{FF2B5EF4-FFF2-40B4-BE49-F238E27FC236}">
                  <a16:creationId xmlns:a16="http://schemas.microsoft.com/office/drawing/2014/main" id="{73EEB51E-5206-4257-96C5-37DE6AEE476E}"/>
                </a:ext>
              </a:extLst>
            </p:cNvPr>
            <p:cNvSpPr/>
            <p:nvPr/>
          </p:nvSpPr>
          <p:spPr>
            <a:xfrm>
              <a:off x="6118430" y="3619385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5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9" name="순서도: 연결자 278">
              <a:extLst>
                <a:ext uri="{FF2B5EF4-FFF2-40B4-BE49-F238E27FC236}">
                  <a16:creationId xmlns:a16="http://schemas.microsoft.com/office/drawing/2014/main" id="{91ACE7DE-9AB3-4CCD-8D96-35681A158AC2}"/>
                </a:ext>
              </a:extLst>
            </p:cNvPr>
            <p:cNvSpPr/>
            <p:nvPr/>
          </p:nvSpPr>
          <p:spPr>
            <a:xfrm>
              <a:off x="6397831" y="3619385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4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80" name="순서도: 연결자 279">
              <a:extLst>
                <a:ext uri="{FF2B5EF4-FFF2-40B4-BE49-F238E27FC236}">
                  <a16:creationId xmlns:a16="http://schemas.microsoft.com/office/drawing/2014/main" id="{9B8E1A49-BACA-4D95-AA22-C19FAF897643}"/>
                </a:ext>
              </a:extLst>
            </p:cNvPr>
            <p:cNvSpPr/>
            <p:nvPr/>
          </p:nvSpPr>
          <p:spPr>
            <a:xfrm>
              <a:off x="6677231" y="3619385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3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81" name="직사각형 280">
              <a:extLst>
                <a:ext uri="{FF2B5EF4-FFF2-40B4-BE49-F238E27FC236}">
                  <a16:creationId xmlns:a16="http://schemas.microsoft.com/office/drawing/2014/main" id="{E2DA77F4-3830-4A32-B915-A71F3CE5BD48}"/>
                </a:ext>
              </a:extLst>
            </p:cNvPr>
            <p:cNvSpPr>
              <a:spLocks/>
            </p:cNvSpPr>
            <p:nvPr/>
          </p:nvSpPr>
          <p:spPr>
            <a:xfrm>
              <a:off x="1625086" y="3577409"/>
              <a:ext cx="718901" cy="2997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r>
                <a:rPr lang="en-US" altLang="ko-KR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Publisher</a:t>
              </a:r>
              <a:endParaRPr lang="ko-KR" altLang="en-US" sz="750" dirty="0">
                <a:ln w="0"/>
                <a:solidFill>
                  <a:srgbClr val="4454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282" name="직선 화살표 연결선 281">
              <a:extLst>
                <a:ext uri="{FF2B5EF4-FFF2-40B4-BE49-F238E27FC236}">
                  <a16:creationId xmlns:a16="http://schemas.microsoft.com/office/drawing/2014/main" id="{23E17D88-A3C9-4390-92CC-73374FA1D629}"/>
                </a:ext>
              </a:extLst>
            </p:cNvPr>
            <p:cNvCxnSpPr>
              <a:cxnSpLocks/>
            </p:cNvCxnSpPr>
            <p:nvPr/>
          </p:nvCxnSpPr>
          <p:spPr>
            <a:xfrm>
              <a:off x="7596663" y="3727301"/>
              <a:ext cx="65660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화살표: 아래쪽 324">
              <a:extLst>
                <a:ext uri="{FF2B5EF4-FFF2-40B4-BE49-F238E27FC236}">
                  <a16:creationId xmlns:a16="http://schemas.microsoft.com/office/drawing/2014/main" id="{FD715AFF-4962-4154-BE4F-4480E9D651C8}"/>
                </a:ext>
              </a:extLst>
            </p:cNvPr>
            <p:cNvSpPr/>
            <p:nvPr/>
          </p:nvSpPr>
          <p:spPr>
            <a:xfrm>
              <a:off x="4306416" y="3251772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8816666B-7B07-4B72-BC49-A7F64FACF879}"/>
                </a:ext>
              </a:extLst>
            </p:cNvPr>
            <p:cNvSpPr>
              <a:spLocks/>
            </p:cNvSpPr>
            <p:nvPr/>
          </p:nvSpPr>
          <p:spPr>
            <a:xfrm>
              <a:off x="4311638" y="3846520"/>
              <a:ext cx="561182" cy="196117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ko-KR" sz="750" dirty="0">
                  <a:latin typeface="+mn-ea"/>
                  <a:cs typeface="Microsoft Himalaya" panose="01010100010101010101" pitchFamily="2" charset="0"/>
                </a:rPr>
                <a:t>Dropped</a:t>
              </a:r>
              <a:endParaRPr lang="ko-KR" altLang="en-US" sz="750" dirty="0">
                <a:latin typeface="+mn-ea"/>
                <a:cs typeface="Microsoft Himalaya" panose="01010100010101010101" pitchFamily="2" charset="0"/>
              </a:endParaRPr>
            </a:p>
          </p:txBody>
        </p:sp>
        <p:sp>
          <p:nvSpPr>
            <p:cNvPr id="127" name="순서도: 연결자 126">
              <a:extLst>
                <a:ext uri="{FF2B5EF4-FFF2-40B4-BE49-F238E27FC236}">
                  <a16:creationId xmlns:a16="http://schemas.microsoft.com/office/drawing/2014/main" id="{50E9E925-42D2-47DC-9ADC-2A4C37C4DABE}"/>
                </a:ext>
              </a:extLst>
            </p:cNvPr>
            <p:cNvSpPr/>
            <p:nvPr/>
          </p:nvSpPr>
          <p:spPr>
            <a:xfrm>
              <a:off x="4453547" y="3616886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bg2">
                  <a:lumMod val="7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11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sp>
        <p:nvSpPr>
          <p:cNvPr id="2" name="Google Shape;167;p16">
            <a:extLst>
              <a:ext uri="{FF2B5EF4-FFF2-40B4-BE49-F238E27FC236}">
                <a16:creationId xmlns:a16="http://schemas.microsoft.com/office/drawing/2014/main" id="{D6CA2307-B790-3CEE-1616-4063BE589531}"/>
              </a:ext>
            </a:extLst>
          </p:cNvPr>
          <p:cNvSpPr txBox="1">
            <a:spLocks/>
          </p:cNvSpPr>
          <p:nvPr/>
        </p:nvSpPr>
        <p:spPr>
          <a:xfrm>
            <a:off x="87990" y="71085"/>
            <a:ext cx="4002589" cy="257596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14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Backpressure BUFFER DROP-LATEST </a:t>
            </a:r>
            <a:r>
              <a:rPr lang="ko-KR" altLang="en-US" sz="14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전략</a:t>
            </a:r>
            <a:endParaRPr lang="ko-KR" altLang="en-US" sz="1400" dirty="0">
              <a:solidFill>
                <a:srgbClr val="0070C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569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E1AC6B8F-8398-0DAA-BA63-2A47F4594771}"/>
              </a:ext>
            </a:extLst>
          </p:cNvPr>
          <p:cNvGrpSpPr/>
          <p:nvPr/>
        </p:nvGrpSpPr>
        <p:grpSpPr>
          <a:xfrm>
            <a:off x="1625085" y="873701"/>
            <a:ext cx="6628179" cy="474911"/>
            <a:chOff x="1625085" y="873701"/>
            <a:chExt cx="6628179" cy="474911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91A38114-DCFC-4C1B-AF3E-C5B2B7B6E93B}"/>
                </a:ext>
              </a:extLst>
            </p:cNvPr>
            <p:cNvSpPr>
              <a:spLocks/>
            </p:cNvSpPr>
            <p:nvPr/>
          </p:nvSpPr>
          <p:spPr>
            <a:xfrm>
              <a:off x="4632911" y="873701"/>
              <a:ext cx="2911445" cy="196116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ko-KR" altLang="en-US" sz="750" dirty="0">
                  <a:latin typeface="+mn-ea"/>
                  <a:cs typeface="Microsoft Himalaya" panose="01010100010101010101" pitchFamily="2" charset="0"/>
                </a:rPr>
                <a:t>버퍼</a:t>
              </a:r>
              <a:r>
                <a:rPr lang="en-US" altLang="ko-KR" sz="750" dirty="0">
                  <a:latin typeface="+mn-ea"/>
                  <a:cs typeface="Microsoft Himalaya" panose="01010100010101010101" pitchFamily="2" charset="0"/>
                </a:rPr>
                <a:t>(size: 10, count: 5)</a:t>
              </a:r>
              <a:endParaRPr lang="ko-KR" altLang="en-US" sz="750" dirty="0">
                <a:latin typeface="+mn-ea"/>
                <a:cs typeface="Microsoft Himalaya" panose="01010100010101010101" pitchFamily="2" charset="0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C231E2C-98C7-4B14-8883-DB11C8C25B3D}"/>
                </a:ext>
              </a:extLst>
            </p:cNvPr>
            <p:cNvGrpSpPr/>
            <p:nvPr/>
          </p:nvGrpSpPr>
          <p:grpSpPr>
            <a:xfrm>
              <a:off x="1625085" y="1048829"/>
              <a:ext cx="6628179" cy="299783"/>
              <a:chOff x="1289543" y="906726"/>
              <a:chExt cx="17675144" cy="799420"/>
            </a:xfrm>
          </p:grpSpPr>
          <p:cxnSp>
            <p:nvCxnSpPr>
              <p:cNvPr id="199" name="직선 화살표 연결선 198">
                <a:extLst>
                  <a:ext uri="{FF2B5EF4-FFF2-40B4-BE49-F238E27FC236}">
                    <a16:creationId xmlns:a16="http://schemas.microsoft.com/office/drawing/2014/main" id="{E03028B5-DAF0-4D55-B977-7A5F0FB8C6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1306436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EC8C387D-B33E-4AFD-AF88-43406857AD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906726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2" name="순서도: 연결자 201">
                <a:extLst>
                  <a:ext uri="{FF2B5EF4-FFF2-40B4-BE49-F238E27FC236}">
                    <a16:creationId xmlns:a16="http://schemas.microsoft.com/office/drawing/2014/main" id="{2C306217-442B-40B2-BA5C-860CEA5BE139}"/>
                  </a:ext>
                </a:extLst>
              </p:cNvPr>
              <p:cNvSpPr/>
              <p:nvPr/>
            </p:nvSpPr>
            <p:spPr>
              <a:xfrm>
                <a:off x="16252062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3" name="순서도: 연결자 202">
                <a:extLst>
                  <a:ext uri="{FF2B5EF4-FFF2-40B4-BE49-F238E27FC236}">
                    <a16:creationId xmlns:a16="http://schemas.microsoft.com/office/drawing/2014/main" id="{16E471A9-9BF3-4851-9E4B-5CF2676A4EDE}"/>
                  </a:ext>
                </a:extLst>
              </p:cNvPr>
              <p:cNvSpPr/>
              <p:nvPr/>
            </p:nvSpPr>
            <p:spPr>
              <a:xfrm>
                <a:off x="15506998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09" name="순서도: 연결자 208">
                <a:extLst>
                  <a:ext uri="{FF2B5EF4-FFF2-40B4-BE49-F238E27FC236}">
                    <a16:creationId xmlns:a16="http://schemas.microsoft.com/office/drawing/2014/main" id="{D64EE672-D4C7-4881-9C1F-20CF0A433212}"/>
                  </a:ext>
                </a:extLst>
              </p:cNvPr>
              <p:cNvSpPr/>
              <p:nvPr/>
            </p:nvSpPr>
            <p:spPr>
              <a:xfrm>
                <a:off x="13271797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0" name="순서도: 연결자 209">
                <a:extLst>
                  <a:ext uri="{FF2B5EF4-FFF2-40B4-BE49-F238E27FC236}">
                    <a16:creationId xmlns:a16="http://schemas.microsoft.com/office/drawing/2014/main" id="{2150C249-DAF8-4C6B-9D17-29726D7F976D}"/>
                  </a:ext>
                </a:extLst>
              </p:cNvPr>
              <p:cNvSpPr/>
              <p:nvPr/>
            </p:nvSpPr>
            <p:spPr>
              <a:xfrm>
                <a:off x="14016864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1" name="순서도: 연결자 210">
                <a:extLst>
                  <a:ext uri="{FF2B5EF4-FFF2-40B4-BE49-F238E27FC236}">
                    <a16:creationId xmlns:a16="http://schemas.microsoft.com/office/drawing/2014/main" id="{F631FAA0-634C-4985-A37C-E864E8B9C1D3}"/>
                  </a:ext>
                </a:extLst>
              </p:cNvPr>
              <p:cNvSpPr/>
              <p:nvPr/>
            </p:nvSpPr>
            <p:spPr>
              <a:xfrm>
                <a:off x="14761931" y="1018662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66388DA8-B686-4F0D-8CB0-E53E7A5389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906726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213" name="직선 화살표 연결선 212">
                <a:extLst>
                  <a:ext uri="{FF2B5EF4-FFF2-40B4-BE49-F238E27FC236}">
                    <a16:creationId xmlns:a16="http://schemas.microsoft.com/office/drawing/2014/main" id="{876A85DC-AAE5-4694-9DA7-F38EA49456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1306436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88268D0-8F40-B8AC-8F3A-56415866A75C}"/>
              </a:ext>
            </a:extLst>
          </p:cNvPr>
          <p:cNvGrpSpPr/>
          <p:nvPr/>
        </p:nvGrpSpPr>
        <p:grpSpPr>
          <a:xfrm>
            <a:off x="1625085" y="1476775"/>
            <a:ext cx="6628179" cy="584164"/>
            <a:chOff x="1625085" y="1476775"/>
            <a:chExt cx="6628179" cy="584164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BBD5BB7-FDC7-4C6C-9D87-2E82B260292E}"/>
                </a:ext>
              </a:extLst>
            </p:cNvPr>
            <p:cNvGrpSpPr/>
            <p:nvPr/>
          </p:nvGrpSpPr>
          <p:grpSpPr>
            <a:xfrm>
              <a:off x="1625085" y="1586028"/>
              <a:ext cx="6628179" cy="474911"/>
              <a:chOff x="1289543" y="2952801"/>
              <a:chExt cx="17675144" cy="1266429"/>
            </a:xfrm>
          </p:grpSpPr>
          <p:cxnSp>
            <p:nvCxnSpPr>
              <p:cNvPr id="177" name="직선 화살표 연결선 176">
                <a:extLst>
                  <a:ext uri="{FF2B5EF4-FFF2-40B4-BE49-F238E27FC236}">
                    <a16:creationId xmlns:a16="http://schemas.microsoft.com/office/drawing/2014/main" id="{2AF997BB-D2FF-415C-9AF5-5342838A1A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4129" y="3819520"/>
                <a:ext cx="580779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AB872BF4-6499-49EF-9775-2CFD3CEC02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3419810"/>
                <a:ext cx="7763853" cy="79942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35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BCA479EA-8F54-4529-8265-BC6F6F5B7E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0413" y="2952801"/>
                <a:ext cx="7763852" cy="522977"/>
              </a:xfrm>
              <a:prstGeom prst="rect">
                <a:avLst/>
              </a:prstGeom>
              <a:noFill/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ko-KR" altLang="en-US" sz="750" dirty="0">
                    <a:latin typeface="+mn-ea"/>
                    <a:cs typeface="Microsoft Himalaya" panose="01010100010101010101" pitchFamily="2" charset="0"/>
                  </a:rPr>
                  <a:t>버퍼</a:t>
                </a:r>
                <a:r>
                  <a:rPr lang="en-US" altLang="ko-KR" sz="750" dirty="0">
                    <a:latin typeface="+mn-ea"/>
                    <a:cs typeface="Microsoft Himalaya" panose="01010100010101010101" pitchFamily="2" charset="0"/>
                  </a:rPr>
                  <a:t>(size: 10, count: 10, Full)</a:t>
                </a:r>
                <a:endParaRPr lang="ko-KR" altLang="en-US" sz="750" dirty="0">
                  <a:latin typeface="+mn-ea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0" name="순서도: 연결자 179">
                <a:extLst>
                  <a:ext uri="{FF2B5EF4-FFF2-40B4-BE49-F238E27FC236}">
                    <a16:creationId xmlns:a16="http://schemas.microsoft.com/office/drawing/2014/main" id="{ACB93711-064C-4EDC-8E18-9E6166AD740A}"/>
                  </a:ext>
                </a:extLst>
              </p:cNvPr>
              <p:cNvSpPr/>
              <p:nvPr/>
            </p:nvSpPr>
            <p:spPr>
              <a:xfrm>
                <a:off x="16252062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1" name="순서도: 연결자 180">
                <a:extLst>
                  <a:ext uri="{FF2B5EF4-FFF2-40B4-BE49-F238E27FC236}">
                    <a16:creationId xmlns:a16="http://schemas.microsoft.com/office/drawing/2014/main" id="{D2571449-91C2-4216-BB5E-ACD0550A7DBE}"/>
                  </a:ext>
                </a:extLst>
              </p:cNvPr>
              <p:cNvSpPr/>
              <p:nvPr/>
            </p:nvSpPr>
            <p:spPr>
              <a:xfrm>
                <a:off x="15506998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2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2" name="순서도: 연결자 181">
                <a:extLst>
                  <a:ext uri="{FF2B5EF4-FFF2-40B4-BE49-F238E27FC236}">
                    <a16:creationId xmlns:a16="http://schemas.microsoft.com/office/drawing/2014/main" id="{6F156EC2-FF3D-42F5-ADC3-E0AF318BDDB8}"/>
                  </a:ext>
                </a:extLst>
              </p:cNvPr>
              <p:cNvSpPr/>
              <p:nvPr/>
            </p:nvSpPr>
            <p:spPr>
              <a:xfrm>
                <a:off x="9546462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10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3" name="순서도: 연결자 182">
                <a:extLst>
                  <a:ext uri="{FF2B5EF4-FFF2-40B4-BE49-F238E27FC236}">
                    <a16:creationId xmlns:a16="http://schemas.microsoft.com/office/drawing/2014/main" id="{D2B2BCB6-29AF-4568-A3B5-7AA35F8AFD2A}"/>
                  </a:ext>
                </a:extLst>
              </p:cNvPr>
              <p:cNvSpPr/>
              <p:nvPr/>
            </p:nvSpPr>
            <p:spPr>
              <a:xfrm>
                <a:off x="10291529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9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4" name="순서도: 연결자 183">
                <a:extLst>
                  <a:ext uri="{FF2B5EF4-FFF2-40B4-BE49-F238E27FC236}">
                    <a16:creationId xmlns:a16="http://schemas.microsoft.com/office/drawing/2014/main" id="{D0E8B408-D167-4A7F-A88E-4AF37A6BC8BE}"/>
                  </a:ext>
                </a:extLst>
              </p:cNvPr>
              <p:cNvSpPr/>
              <p:nvPr/>
            </p:nvSpPr>
            <p:spPr>
              <a:xfrm>
                <a:off x="11036596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8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5" name="순서도: 연결자 184">
                <a:extLst>
                  <a:ext uri="{FF2B5EF4-FFF2-40B4-BE49-F238E27FC236}">
                    <a16:creationId xmlns:a16="http://schemas.microsoft.com/office/drawing/2014/main" id="{DEC8131C-40F3-4EEC-8E8D-A071A3F9746F}"/>
                  </a:ext>
                </a:extLst>
              </p:cNvPr>
              <p:cNvSpPr/>
              <p:nvPr/>
            </p:nvSpPr>
            <p:spPr>
              <a:xfrm>
                <a:off x="11781663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7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6" name="순서도: 연결자 185">
                <a:extLst>
                  <a:ext uri="{FF2B5EF4-FFF2-40B4-BE49-F238E27FC236}">
                    <a16:creationId xmlns:a16="http://schemas.microsoft.com/office/drawing/2014/main" id="{FA5040B6-FDDA-41F3-88BA-FB30AB097ADB}"/>
                  </a:ext>
                </a:extLst>
              </p:cNvPr>
              <p:cNvSpPr/>
              <p:nvPr/>
            </p:nvSpPr>
            <p:spPr>
              <a:xfrm>
                <a:off x="12526730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6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7" name="순서도: 연결자 186">
                <a:extLst>
                  <a:ext uri="{FF2B5EF4-FFF2-40B4-BE49-F238E27FC236}">
                    <a16:creationId xmlns:a16="http://schemas.microsoft.com/office/drawing/2014/main" id="{560EAE4E-22B2-4026-B58C-8A179B598BF2}"/>
                  </a:ext>
                </a:extLst>
              </p:cNvPr>
              <p:cNvSpPr/>
              <p:nvPr/>
            </p:nvSpPr>
            <p:spPr>
              <a:xfrm>
                <a:off x="13271797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5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8" name="순서도: 연결자 187">
                <a:extLst>
                  <a:ext uri="{FF2B5EF4-FFF2-40B4-BE49-F238E27FC236}">
                    <a16:creationId xmlns:a16="http://schemas.microsoft.com/office/drawing/2014/main" id="{4BF9B028-52C9-4533-8C17-FA2D14FE60EE}"/>
                  </a:ext>
                </a:extLst>
              </p:cNvPr>
              <p:cNvSpPr/>
              <p:nvPr/>
            </p:nvSpPr>
            <p:spPr>
              <a:xfrm>
                <a:off x="14016864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4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89" name="순서도: 연결자 188">
                <a:extLst>
                  <a:ext uri="{FF2B5EF4-FFF2-40B4-BE49-F238E27FC236}">
                    <a16:creationId xmlns:a16="http://schemas.microsoft.com/office/drawing/2014/main" id="{5EABFBB4-8B2A-48B2-A7C2-305552BFC921}"/>
                  </a:ext>
                </a:extLst>
              </p:cNvPr>
              <p:cNvSpPr/>
              <p:nvPr/>
            </p:nvSpPr>
            <p:spPr>
              <a:xfrm>
                <a:off x="14761931" y="3531746"/>
                <a:ext cx="619004" cy="575548"/>
              </a:xfrm>
              <a:prstGeom prst="flowChartConnector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525"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3</a:t>
                </a:r>
                <a:endParaRPr lang="ko-KR" altLang="en-US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071FEABA-36DA-40B5-B411-F03F3E3C1C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9543" y="3419810"/>
                <a:ext cx="1917070" cy="7994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r>
                  <a:rPr lang="en-US" altLang="ko-KR" sz="750" dirty="0">
                    <a:ln w="0"/>
                    <a:solidFill>
                      <a:srgbClr val="44546A"/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  <a:cs typeface="Microsoft Himalaya" panose="01010100010101010101" pitchFamily="2" charset="0"/>
                  </a:rPr>
                  <a:t>Publisher</a:t>
                </a:r>
                <a:endParaRPr lang="ko-KR" altLang="en-US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cxnSp>
            <p:nvCxnSpPr>
              <p:cNvPr id="191" name="직선 화살표 연결선 190">
                <a:extLst>
                  <a:ext uri="{FF2B5EF4-FFF2-40B4-BE49-F238E27FC236}">
                    <a16:creationId xmlns:a16="http://schemas.microsoft.com/office/drawing/2014/main" id="{F9FE456B-EC56-405C-985E-B0FE81716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3750" y="3819520"/>
                <a:ext cx="17509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화살표: 아래쪽 56">
              <a:extLst>
                <a:ext uri="{FF2B5EF4-FFF2-40B4-BE49-F238E27FC236}">
                  <a16:creationId xmlns:a16="http://schemas.microsoft.com/office/drawing/2014/main" id="{96C0CA28-5878-4B1D-9D8C-61C946BD9ED4}"/>
                </a:ext>
              </a:extLst>
            </p:cNvPr>
            <p:cNvSpPr/>
            <p:nvPr/>
          </p:nvSpPr>
          <p:spPr>
            <a:xfrm>
              <a:off x="4306416" y="1476775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sp>
        <p:nvSpPr>
          <p:cNvPr id="324" name="화살표: 아래쪽 323">
            <a:extLst>
              <a:ext uri="{FF2B5EF4-FFF2-40B4-BE49-F238E27FC236}">
                <a16:creationId xmlns:a16="http://schemas.microsoft.com/office/drawing/2014/main" id="{26ABFD45-8EBF-448D-B8F4-86E0E11A90CC}"/>
              </a:ext>
            </a:extLst>
          </p:cNvPr>
          <p:cNvSpPr/>
          <p:nvPr/>
        </p:nvSpPr>
        <p:spPr>
          <a:xfrm>
            <a:off x="4306416" y="2121918"/>
            <a:ext cx="95547" cy="17774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34290" tIns="17145" rIns="34290" bIns="17145" rtlCol="0" anchor="ctr">
            <a:noAutofit/>
          </a:bodyPr>
          <a:lstStyle/>
          <a:p>
            <a:pPr algn="ctr"/>
            <a:endParaRPr lang="ko-KR" altLang="en-US" sz="1350">
              <a:ln w="0"/>
              <a:solidFill>
                <a:srgbClr val="FFFF00"/>
              </a:solidFill>
              <a:effectLst>
                <a:reflection blurRad="6350" stA="53000" endA="300" endPos="35500" dir="5400000" sy="-90000" algn="bl" rotWithShape="0"/>
              </a:effectLst>
              <a:latin typeface="배달의민족 도현" panose="020B0600000101010101" pitchFamily="50" charset="-127"/>
              <a:ea typeface="배달의민족 도현" panose="020B0600000101010101" pitchFamily="50" charset="-127"/>
              <a:cs typeface="Microsoft Himalaya" panose="01010100010101010101" pitchFamily="2" charset="0"/>
            </a:endParaRPr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A3108D52-2979-4EA3-8398-C52FCF13A7C2}"/>
              </a:ext>
            </a:extLst>
          </p:cNvPr>
          <p:cNvSpPr>
            <a:spLocks/>
          </p:cNvSpPr>
          <p:nvPr/>
        </p:nvSpPr>
        <p:spPr>
          <a:xfrm>
            <a:off x="946603" y="1110519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1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901D95E-9D1C-4D9C-8015-232902DB1FA5}"/>
              </a:ext>
            </a:extLst>
          </p:cNvPr>
          <p:cNvCxnSpPr>
            <a:cxnSpLocks/>
          </p:cNvCxnSpPr>
          <p:nvPr/>
        </p:nvCxnSpPr>
        <p:spPr>
          <a:xfrm>
            <a:off x="1449536" y="938152"/>
            <a:ext cx="0" cy="3107708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C2470FF0-9522-4E1C-9C06-0FC887A1CFFB}"/>
              </a:ext>
            </a:extLst>
          </p:cNvPr>
          <p:cNvSpPr>
            <a:spLocks/>
          </p:cNvSpPr>
          <p:nvPr/>
        </p:nvSpPr>
        <p:spPr>
          <a:xfrm>
            <a:off x="946603" y="1808152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2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547A7C8B-AE78-4BB9-B12D-DB22F0427258}"/>
              </a:ext>
            </a:extLst>
          </p:cNvPr>
          <p:cNvSpPr>
            <a:spLocks/>
          </p:cNvSpPr>
          <p:nvPr/>
        </p:nvSpPr>
        <p:spPr>
          <a:xfrm>
            <a:off x="946603" y="2752179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3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066ECFEA-B586-4136-B0E4-23C06817BFDF}"/>
              </a:ext>
            </a:extLst>
          </p:cNvPr>
          <p:cNvSpPr>
            <a:spLocks/>
          </p:cNvSpPr>
          <p:nvPr/>
        </p:nvSpPr>
        <p:spPr>
          <a:xfrm>
            <a:off x="946603" y="3636060"/>
            <a:ext cx="476779" cy="196116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900" dirty="0">
                <a:latin typeface="+mn-ea"/>
                <a:cs typeface="Microsoft Himalaya" panose="01010100010101010101" pitchFamily="2" charset="0"/>
              </a:rPr>
              <a:t>Step 4</a:t>
            </a:r>
            <a:endParaRPr lang="ko-KR" altLang="en-US" sz="900" dirty="0">
              <a:latin typeface="+mn-ea"/>
              <a:cs typeface="Microsoft Himalaya" panose="01010100010101010101" pitchFamily="2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6EC4A0C-85DD-C5ED-582A-B1A193E9B691}"/>
              </a:ext>
            </a:extLst>
          </p:cNvPr>
          <p:cNvGrpSpPr/>
          <p:nvPr/>
        </p:nvGrpSpPr>
        <p:grpSpPr>
          <a:xfrm>
            <a:off x="1625086" y="2298355"/>
            <a:ext cx="6628178" cy="719225"/>
            <a:chOff x="1625086" y="2298355"/>
            <a:chExt cx="6628178" cy="719225"/>
          </a:xfrm>
        </p:grpSpPr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186D565B-8CD8-4F55-AE27-6445C25BCA89}"/>
                </a:ext>
              </a:extLst>
            </p:cNvPr>
            <p:cNvGrpSpPr/>
            <p:nvPr/>
          </p:nvGrpSpPr>
          <p:grpSpPr>
            <a:xfrm>
              <a:off x="4090580" y="2298355"/>
              <a:ext cx="706221" cy="553535"/>
              <a:chOff x="10652272" y="7863806"/>
              <a:chExt cx="1883256" cy="1476093"/>
            </a:xfrm>
          </p:grpSpPr>
          <p:sp>
            <p:nvSpPr>
              <p:cNvPr id="138" name="폭발: 14pt 137">
                <a:extLst>
                  <a:ext uri="{FF2B5EF4-FFF2-40B4-BE49-F238E27FC236}">
                    <a16:creationId xmlns:a16="http://schemas.microsoft.com/office/drawing/2014/main" id="{8E0CC169-EACA-4C96-903E-F362EC110A6C}"/>
                  </a:ext>
                </a:extLst>
              </p:cNvPr>
              <p:cNvSpPr/>
              <p:nvPr/>
            </p:nvSpPr>
            <p:spPr>
              <a:xfrm>
                <a:off x="10652272" y="7863806"/>
                <a:ext cx="1883256" cy="1476093"/>
              </a:xfrm>
              <a:prstGeom prst="irregularSeal2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  <a:effectLst/>
            </p:spPr>
            <p:txBody>
              <a:bodyPr wrap="square" lIns="34290" tIns="17145" rIns="34290" bIns="17145" rtlCol="0" anchor="ctr">
                <a:noAutofit/>
              </a:bodyPr>
              <a:lstStyle/>
              <a:p>
                <a:pPr algn="ctr"/>
                <a:endParaRPr lang="ko-KR" altLang="en-US" sz="1350" dirty="0">
                  <a:ln w="0"/>
                  <a:solidFill>
                    <a:srgbClr val="44546A"/>
                  </a:solidFill>
                  <a:effectLst>
                    <a:reflection blurRad="6350" stA="53000" endA="300" endPos="35500" dir="5400000" sy="-90000" algn="bl" rotWithShape="0"/>
                  </a:effectLst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A51EE5E-6638-4D4F-9868-2B335D6CBEF3}"/>
                  </a:ext>
                </a:extLst>
              </p:cNvPr>
              <p:cNvSpPr txBox="1"/>
              <p:nvPr/>
            </p:nvSpPr>
            <p:spPr>
              <a:xfrm rot="20202462">
                <a:off x="10857994" y="8355002"/>
                <a:ext cx="1364071" cy="424427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en-US" altLang="ko-KR" sz="900" dirty="0"/>
                  <a:t>overflow</a:t>
                </a:r>
                <a:endParaRPr lang="ko-KR" altLang="en-US" sz="900" dirty="0"/>
              </a:p>
            </p:txBody>
          </p:sp>
        </p:grpSp>
        <p:cxnSp>
          <p:nvCxnSpPr>
            <p:cNvPr id="243" name="직선 화살표 연결선 242">
              <a:extLst>
                <a:ext uri="{FF2B5EF4-FFF2-40B4-BE49-F238E27FC236}">
                  <a16:creationId xmlns:a16="http://schemas.microsoft.com/office/drawing/2014/main" id="{09262D8D-423E-4FFF-AF75-F6AB629F810B}"/>
                </a:ext>
              </a:extLst>
            </p:cNvPr>
            <p:cNvCxnSpPr>
              <a:cxnSpLocks/>
            </p:cNvCxnSpPr>
            <p:nvPr/>
          </p:nvCxnSpPr>
          <p:spPr>
            <a:xfrm>
              <a:off x="2414305" y="2867688"/>
              <a:ext cx="177261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CE7310C3-7E82-4632-BF40-4B40E6959B0B}"/>
                </a:ext>
              </a:extLst>
            </p:cNvPr>
            <p:cNvSpPr>
              <a:spLocks/>
            </p:cNvSpPr>
            <p:nvPr/>
          </p:nvSpPr>
          <p:spPr>
            <a:xfrm>
              <a:off x="4401963" y="2717797"/>
              <a:ext cx="3142394" cy="2997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35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B90D28C7-6787-493E-9785-EEDC20B9B283}"/>
                </a:ext>
              </a:extLst>
            </p:cNvPr>
            <p:cNvSpPr>
              <a:spLocks/>
            </p:cNvSpPr>
            <p:nvPr/>
          </p:nvSpPr>
          <p:spPr>
            <a:xfrm>
              <a:off x="4632911" y="2542669"/>
              <a:ext cx="2911445" cy="196116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ko-KR" altLang="en-US" sz="750" dirty="0">
                  <a:latin typeface="+mn-ea"/>
                  <a:cs typeface="Microsoft Himalaya" panose="01010100010101010101" pitchFamily="2" charset="0"/>
                </a:rPr>
                <a:t>버퍼</a:t>
              </a:r>
              <a:r>
                <a:rPr lang="en-US" altLang="ko-KR" sz="750" dirty="0">
                  <a:latin typeface="+mn-ea"/>
                  <a:cs typeface="Microsoft Himalaya" panose="01010100010101010101" pitchFamily="2" charset="0"/>
                </a:rPr>
                <a:t>(size: 10, count: 11, Overflow)</a:t>
              </a:r>
              <a:endParaRPr lang="ko-KR" altLang="en-US" sz="750" dirty="0">
                <a:latin typeface="+mn-ea"/>
                <a:cs typeface="Microsoft Himalaya" panose="01010100010101010101" pitchFamily="2" charset="0"/>
              </a:endParaRPr>
            </a:p>
          </p:txBody>
        </p:sp>
        <p:sp>
          <p:nvSpPr>
            <p:cNvPr id="246" name="순서도: 연결자 245">
              <a:extLst>
                <a:ext uri="{FF2B5EF4-FFF2-40B4-BE49-F238E27FC236}">
                  <a16:creationId xmlns:a16="http://schemas.microsoft.com/office/drawing/2014/main" id="{F574321B-D3B6-42FF-8B6B-F413665AABEA}"/>
                </a:ext>
              </a:extLst>
            </p:cNvPr>
            <p:cNvSpPr/>
            <p:nvPr/>
          </p:nvSpPr>
          <p:spPr>
            <a:xfrm>
              <a:off x="7236030" y="2759773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47" name="순서도: 연결자 246">
              <a:extLst>
                <a:ext uri="{FF2B5EF4-FFF2-40B4-BE49-F238E27FC236}">
                  <a16:creationId xmlns:a16="http://schemas.microsoft.com/office/drawing/2014/main" id="{27F666C7-46C0-466B-BB33-67562BB7CF72}"/>
                </a:ext>
              </a:extLst>
            </p:cNvPr>
            <p:cNvSpPr/>
            <p:nvPr/>
          </p:nvSpPr>
          <p:spPr>
            <a:xfrm>
              <a:off x="6956631" y="2759773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2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49" name="순서도: 연결자 248">
              <a:extLst>
                <a:ext uri="{FF2B5EF4-FFF2-40B4-BE49-F238E27FC236}">
                  <a16:creationId xmlns:a16="http://schemas.microsoft.com/office/drawing/2014/main" id="{4FE5AC2F-BF24-4B9B-A10B-2E7EA035B211}"/>
                </a:ext>
              </a:extLst>
            </p:cNvPr>
            <p:cNvSpPr/>
            <p:nvPr/>
          </p:nvSpPr>
          <p:spPr>
            <a:xfrm>
              <a:off x="5000830" y="2759773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9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0" name="순서도: 연결자 249">
              <a:extLst>
                <a:ext uri="{FF2B5EF4-FFF2-40B4-BE49-F238E27FC236}">
                  <a16:creationId xmlns:a16="http://schemas.microsoft.com/office/drawing/2014/main" id="{828AF686-E783-4016-9007-ACAD82419CAB}"/>
                </a:ext>
              </a:extLst>
            </p:cNvPr>
            <p:cNvSpPr/>
            <p:nvPr/>
          </p:nvSpPr>
          <p:spPr>
            <a:xfrm>
              <a:off x="5280230" y="2759773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8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1" name="순서도: 연결자 250">
              <a:extLst>
                <a:ext uri="{FF2B5EF4-FFF2-40B4-BE49-F238E27FC236}">
                  <a16:creationId xmlns:a16="http://schemas.microsoft.com/office/drawing/2014/main" id="{1E6801A4-4BC6-4A86-8ACE-1DB4A3D208A6}"/>
                </a:ext>
              </a:extLst>
            </p:cNvPr>
            <p:cNvSpPr/>
            <p:nvPr/>
          </p:nvSpPr>
          <p:spPr>
            <a:xfrm>
              <a:off x="5559630" y="2759773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7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2" name="순서도: 연결자 251">
              <a:extLst>
                <a:ext uri="{FF2B5EF4-FFF2-40B4-BE49-F238E27FC236}">
                  <a16:creationId xmlns:a16="http://schemas.microsoft.com/office/drawing/2014/main" id="{F5A49180-C25B-4A26-A1B1-9D4A644635C4}"/>
                </a:ext>
              </a:extLst>
            </p:cNvPr>
            <p:cNvSpPr/>
            <p:nvPr/>
          </p:nvSpPr>
          <p:spPr>
            <a:xfrm>
              <a:off x="5839030" y="2759773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6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3" name="순서도: 연결자 252">
              <a:extLst>
                <a:ext uri="{FF2B5EF4-FFF2-40B4-BE49-F238E27FC236}">
                  <a16:creationId xmlns:a16="http://schemas.microsoft.com/office/drawing/2014/main" id="{82988261-BF21-4912-8E92-B9B0AB456862}"/>
                </a:ext>
              </a:extLst>
            </p:cNvPr>
            <p:cNvSpPr/>
            <p:nvPr/>
          </p:nvSpPr>
          <p:spPr>
            <a:xfrm>
              <a:off x="6118430" y="2759773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5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4" name="순서도: 연결자 253">
              <a:extLst>
                <a:ext uri="{FF2B5EF4-FFF2-40B4-BE49-F238E27FC236}">
                  <a16:creationId xmlns:a16="http://schemas.microsoft.com/office/drawing/2014/main" id="{3E1F499A-D719-4FAA-BA83-65076D3A563D}"/>
                </a:ext>
              </a:extLst>
            </p:cNvPr>
            <p:cNvSpPr/>
            <p:nvPr/>
          </p:nvSpPr>
          <p:spPr>
            <a:xfrm>
              <a:off x="6397831" y="2759773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4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5" name="순서도: 연결자 254">
              <a:extLst>
                <a:ext uri="{FF2B5EF4-FFF2-40B4-BE49-F238E27FC236}">
                  <a16:creationId xmlns:a16="http://schemas.microsoft.com/office/drawing/2014/main" id="{B12CE441-F919-4056-973B-36B94AFB9A7F}"/>
                </a:ext>
              </a:extLst>
            </p:cNvPr>
            <p:cNvSpPr/>
            <p:nvPr/>
          </p:nvSpPr>
          <p:spPr>
            <a:xfrm>
              <a:off x="6677231" y="2759773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3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44D14A4D-C1FF-4A0A-843B-ABFAE1B2941D}"/>
                </a:ext>
              </a:extLst>
            </p:cNvPr>
            <p:cNvSpPr>
              <a:spLocks/>
            </p:cNvSpPr>
            <p:nvPr/>
          </p:nvSpPr>
          <p:spPr>
            <a:xfrm>
              <a:off x="1625086" y="2717797"/>
              <a:ext cx="718901" cy="2997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r>
                <a:rPr lang="en-US" altLang="ko-KR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Publisher</a:t>
              </a:r>
              <a:endParaRPr lang="ko-KR" altLang="en-US" sz="750" dirty="0">
                <a:ln w="0"/>
                <a:solidFill>
                  <a:srgbClr val="4454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257" name="직선 화살표 연결선 256">
              <a:extLst>
                <a:ext uri="{FF2B5EF4-FFF2-40B4-BE49-F238E27FC236}">
                  <a16:creationId xmlns:a16="http://schemas.microsoft.com/office/drawing/2014/main" id="{3AD7062B-0E55-43C5-A273-764BC7154E26}"/>
                </a:ext>
              </a:extLst>
            </p:cNvPr>
            <p:cNvCxnSpPr>
              <a:cxnSpLocks/>
            </p:cNvCxnSpPr>
            <p:nvPr/>
          </p:nvCxnSpPr>
          <p:spPr>
            <a:xfrm>
              <a:off x="7596663" y="2867688"/>
              <a:ext cx="65660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순서도: 연결자 260">
              <a:extLst>
                <a:ext uri="{FF2B5EF4-FFF2-40B4-BE49-F238E27FC236}">
                  <a16:creationId xmlns:a16="http://schemas.microsoft.com/office/drawing/2014/main" id="{2B26F803-1E0D-46C0-A7B8-E0FDB13CC44A}"/>
                </a:ext>
              </a:extLst>
            </p:cNvPr>
            <p:cNvSpPr/>
            <p:nvPr/>
          </p:nvSpPr>
          <p:spPr>
            <a:xfrm>
              <a:off x="4451871" y="2759773"/>
              <a:ext cx="232127" cy="215831"/>
            </a:xfrm>
            <a:prstGeom prst="flowChartConnector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11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20" name="순서도: 연결자 119">
              <a:extLst>
                <a:ext uri="{FF2B5EF4-FFF2-40B4-BE49-F238E27FC236}">
                  <a16:creationId xmlns:a16="http://schemas.microsoft.com/office/drawing/2014/main" id="{03525131-676B-421F-A82F-6C2C91CFFF77}"/>
                </a:ext>
              </a:extLst>
            </p:cNvPr>
            <p:cNvSpPr/>
            <p:nvPr/>
          </p:nvSpPr>
          <p:spPr>
            <a:xfrm>
              <a:off x="4726351" y="2755830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10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8816666B-7B07-4B72-BC49-A7F64FACF879}"/>
              </a:ext>
            </a:extLst>
          </p:cNvPr>
          <p:cNvSpPr>
            <a:spLocks/>
          </p:cNvSpPr>
          <p:nvPr/>
        </p:nvSpPr>
        <p:spPr>
          <a:xfrm>
            <a:off x="7086110" y="3849744"/>
            <a:ext cx="561182" cy="196117"/>
          </a:xfrm>
          <a:prstGeom prst="rect">
            <a:avLst/>
          </a:prstGeom>
          <a:noFill/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ko-KR" sz="750" dirty="0">
                <a:latin typeface="+mn-ea"/>
                <a:cs typeface="Microsoft Himalaya" panose="01010100010101010101" pitchFamily="2" charset="0"/>
              </a:rPr>
              <a:t>Dropped</a:t>
            </a:r>
            <a:endParaRPr lang="ko-KR" altLang="en-US" sz="750" dirty="0">
              <a:latin typeface="+mn-ea"/>
              <a:cs typeface="Microsoft Himalaya" panose="01010100010101010101" pitchFamily="2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2910424-5395-C57F-F5A9-A46A2C86A127}"/>
              </a:ext>
            </a:extLst>
          </p:cNvPr>
          <p:cNvGrpSpPr/>
          <p:nvPr/>
        </p:nvGrpSpPr>
        <p:grpSpPr>
          <a:xfrm>
            <a:off x="1625086" y="3254996"/>
            <a:ext cx="6628178" cy="625420"/>
            <a:chOff x="1625086" y="3254996"/>
            <a:chExt cx="6628178" cy="625420"/>
          </a:xfrm>
        </p:grpSpPr>
        <p:cxnSp>
          <p:nvCxnSpPr>
            <p:cNvPr id="268" name="직선 화살표 연결선 267">
              <a:extLst>
                <a:ext uri="{FF2B5EF4-FFF2-40B4-BE49-F238E27FC236}">
                  <a16:creationId xmlns:a16="http://schemas.microsoft.com/office/drawing/2014/main" id="{ED9A8A02-42D2-4E69-9298-6A5D702F86E9}"/>
                </a:ext>
              </a:extLst>
            </p:cNvPr>
            <p:cNvCxnSpPr>
              <a:cxnSpLocks/>
            </p:cNvCxnSpPr>
            <p:nvPr/>
          </p:nvCxnSpPr>
          <p:spPr>
            <a:xfrm>
              <a:off x="2414305" y="3730524"/>
              <a:ext cx="183073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E3B16AD4-91DF-4613-A4AE-EA918BC3D2E7}"/>
                </a:ext>
              </a:extLst>
            </p:cNvPr>
            <p:cNvSpPr>
              <a:spLocks/>
            </p:cNvSpPr>
            <p:nvPr/>
          </p:nvSpPr>
          <p:spPr>
            <a:xfrm>
              <a:off x="4401963" y="3580633"/>
              <a:ext cx="3142394" cy="29978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35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9D17B304-5F54-4FD7-8F72-7E285D32B9C3}"/>
                </a:ext>
              </a:extLst>
            </p:cNvPr>
            <p:cNvSpPr>
              <a:spLocks/>
            </p:cNvSpPr>
            <p:nvPr/>
          </p:nvSpPr>
          <p:spPr>
            <a:xfrm>
              <a:off x="4632911" y="3405505"/>
              <a:ext cx="2911445" cy="196116"/>
            </a:xfrm>
            <a:prstGeom prst="rect">
              <a:avLst/>
            </a:prstGeom>
            <a:noFill/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ko-KR" altLang="en-US" sz="750" dirty="0">
                  <a:latin typeface="+mn-ea"/>
                  <a:cs typeface="Microsoft Himalaya" panose="01010100010101010101" pitchFamily="2" charset="0"/>
                </a:rPr>
                <a:t>버퍼</a:t>
              </a:r>
              <a:r>
                <a:rPr lang="en-US" altLang="ko-KR" sz="750" dirty="0">
                  <a:latin typeface="+mn-ea"/>
                  <a:cs typeface="Microsoft Himalaya" panose="01010100010101010101" pitchFamily="2" charset="0"/>
                </a:rPr>
                <a:t>(size: 10, count: 10, Full)</a:t>
              </a:r>
              <a:endParaRPr lang="ko-KR" altLang="en-US" sz="750" dirty="0">
                <a:latin typeface="+mn-ea"/>
                <a:cs typeface="Microsoft Himalaya" panose="01010100010101010101" pitchFamily="2" charset="0"/>
              </a:endParaRPr>
            </a:p>
          </p:txBody>
        </p:sp>
        <p:sp>
          <p:nvSpPr>
            <p:cNvPr id="271" name="순서도: 연결자 270">
              <a:extLst>
                <a:ext uri="{FF2B5EF4-FFF2-40B4-BE49-F238E27FC236}">
                  <a16:creationId xmlns:a16="http://schemas.microsoft.com/office/drawing/2014/main" id="{7B65F943-4E9E-4791-8325-DEA2D9D8BAE9}"/>
                </a:ext>
              </a:extLst>
            </p:cNvPr>
            <p:cNvSpPr/>
            <p:nvPr/>
          </p:nvSpPr>
          <p:spPr>
            <a:xfrm>
              <a:off x="7236030" y="362260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bg2">
                  <a:lumMod val="7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2" name="순서도: 연결자 271">
              <a:extLst>
                <a:ext uri="{FF2B5EF4-FFF2-40B4-BE49-F238E27FC236}">
                  <a16:creationId xmlns:a16="http://schemas.microsoft.com/office/drawing/2014/main" id="{9D1FA5ED-27FE-4C91-B450-3D762B1C660F}"/>
                </a:ext>
              </a:extLst>
            </p:cNvPr>
            <p:cNvSpPr/>
            <p:nvPr/>
          </p:nvSpPr>
          <p:spPr>
            <a:xfrm>
              <a:off x="6956631" y="362260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2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3" name="순서도: 연결자 272">
              <a:extLst>
                <a:ext uri="{FF2B5EF4-FFF2-40B4-BE49-F238E27FC236}">
                  <a16:creationId xmlns:a16="http://schemas.microsoft.com/office/drawing/2014/main" id="{3FF69BDB-E9D4-48AE-9806-B2AA96B1C609}"/>
                </a:ext>
              </a:extLst>
            </p:cNvPr>
            <p:cNvSpPr/>
            <p:nvPr/>
          </p:nvSpPr>
          <p:spPr>
            <a:xfrm>
              <a:off x="4721430" y="3622609"/>
              <a:ext cx="232127" cy="215831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10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4" name="순서도: 연결자 273">
              <a:extLst>
                <a:ext uri="{FF2B5EF4-FFF2-40B4-BE49-F238E27FC236}">
                  <a16:creationId xmlns:a16="http://schemas.microsoft.com/office/drawing/2014/main" id="{C2FA3151-5607-457D-851B-B3F2A831FF82}"/>
                </a:ext>
              </a:extLst>
            </p:cNvPr>
            <p:cNvSpPr/>
            <p:nvPr/>
          </p:nvSpPr>
          <p:spPr>
            <a:xfrm>
              <a:off x="5000830" y="362260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9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5" name="순서도: 연결자 274">
              <a:extLst>
                <a:ext uri="{FF2B5EF4-FFF2-40B4-BE49-F238E27FC236}">
                  <a16:creationId xmlns:a16="http://schemas.microsoft.com/office/drawing/2014/main" id="{85E23D25-E364-42E9-8E2C-8ED7FC5897A3}"/>
                </a:ext>
              </a:extLst>
            </p:cNvPr>
            <p:cNvSpPr/>
            <p:nvPr/>
          </p:nvSpPr>
          <p:spPr>
            <a:xfrm>
              <a:off x="5280230" y="362260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8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6" name="순서도: 연결자 275">
              <a:extLst>
                <a:ext uri="{FF2B5EF4-FFF2-40B4-BE49-F238E27FC236}">
                  <a16:creationId xmlns:a16="http://schemas.microsoft.com/office/drawing/2014/main" id="{0D3CD133-D6A2-455F-BD05-AC513B71BF11}"/>
                </a:ext>
              </a:extLst>
            </p:cNvPr>
            <p:cNvSpPr/>
            <p:nvPr/>
          </p:nvSpPr>
          <p:spPr>
            <a:xfrm>
              <a:off x="5559630" y="362260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7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7" name="순서도: 연결자 276">
              <a:extLst>
                <a:ext uri="{FF2B5EF4-FFF2-40B4-BE49-F238E27FC236}">
                  <a16:creationId xmlns:a16="http://schemas.microsoft.com/office/drawing/2014/main" id="{EFDA84DA-C508-419F-9F6F-2E03B8B6AD75}"/>
                </a:ext>
              </a:extLst>
            </p:cNvPr>
            <p:cNvSpPr/>
            <p:nvPr/>
          </p:nvSpPr>
          <p:spPr>
            <a:xfrm>
              <a:off x="5839030" y="362260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6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8" name="순서도: 연결자 277">
              <a:extLst>
                <a:ext uri="{FF2B5EF4-FFF2-40B4-BE49-F238E27FC236}">
                  <a16:creationId xmlns:a16="http://schemas.microsoft.com/office/drawing/2014/main" id="{73EEB51E-5206-4257-96C5-37DE6AEE476E}"/>
                </a:ext>
              </a:extLst>
            </p:cNvPr>
            <p:cNvSpPr/>
            <p:nvPr/>
          </p:nvSpPr>
          <p:spPr>
            <a:xfrm>
              <a:off x="6118430" y="362260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5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79" name="순서도: 연결자 278">
              <a:extLst>
                <a:ext uri="{FF2B5EF4-FFF2-40B4-BE49-F238E27FC236}">
                  <a16:creationId xmlns:a16="http://schemas.microsoft.com/office/drawing/2014/main" id="{91ACE7DE-9AB3-4CCD-8D96-35681A158AC2}"/>
                </a:ext>
              </a:extLst>
            </p:cNvPr>
            <p:cNvSpPr/>
            <p:nvPr/>
          </p:nvSpPr>
          <p:spPr>
            <a:xfrm>
              <a:off x="6397831" y="362260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4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80" name="순서도: 연결자 279">
              <a:extLst>
                <a:ext uri="{FF2B5EF4-FFF2-40B4-BE49-F238E27FC236}">
                  <a16:creationId xmlns:a16="http://schemas.microsoft.com/office/drawing/2014/main" id="{9B8E1A49-BACA-4D95-AA22-C19FAF897643}"/>
                </a:ext>
              </a:extLst>
            </p:cNvPr>
            <p:cNvSpPr/>
            <p:nvPr/>
          </p:nvSpPr>
          <p:spPr>
            <a:xfrm>
              <a:off x="6677231" y="3622609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3</a:t>
              </a:r>
              <a:endParaRPr lang="ko-KR" altLang="en-US" sz="525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281" name="직사각형 280">
              <a:extLst>
                <a:ext uri="{FF2B5EF4-FFF2-40B4-BE49-F238E27FC236}">
                  <a16:creationId xmlns:a16="http://schemas.microsoft.com/office/drawing/2014/main" id="{E2DA77F4-3830-4A32-B915-A71F3CE5BD48}"/>
                </a:ext>
              </a:extLst>
            </p:cNvPr>
            <p:cNvSpPr>
              <a:spLocks/>
            </p:cNvSpPr>
            <p:nvPr/>
          </p:nvSpPr>
          <p:spPr>
            <a:xfrm>
              <a:off x="1625086" y="3580633"/>
              <a:ext cx="718901" cy="2997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r>
                <a:rPr lang="en-US" altLang="ko-KR" sz="750" dirty="0">
                  <a:ln w="0"/>
                  <a:solidFill>
                    <a:srgbClr val="44546A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Publisher</a:t>
              </a:r>
              <a:endParaRPr lang="ko-KR" altLang="en-US" sz="750" dirty="0">
                <a:ln w="0"/>
                <a:solidFill>
                  <a:srgbClr val="44546A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cxnSp>
          <p:nvCxnSpPr>
            <p:cNvPr id="282" name="직선 화살표 연결선 281">
              <a:extLst>
                <a:ext uri="{FF2B5EF4-FFF2-40B4-BE49-F238E27FC236}">
                  <a16:creationId xmlns:a16="http://schemas.microsoft.com/office/drawing/2014/main" id="{23E17D88-A3C9-4390-92CC-73374FA1D629}"/>
                </a:ext>
              </a:extLst>
            </p:cNvPr>
            <p:cNvCxnSpPr>
              <a:cxnSpLocks/>
            </p:cNvCxnSpPr>
            <p:nvPr/>
          </p:nvCxnSpPr>
          <p:spPr>
            <a:xfrm>
              <a:off x="7596663" y="3730524"/>
              <a:ext cx="65660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화살표: 아래쪽 324">
              <a:extLst>
                <a:ext uri="{FF2B5EF4-FFF2-40B4-BE49-F238E27FC236}">
                  <a16:creationId xmlns:a16="http://schemas.microsoft.com/office/drawing/2014/main" id="{FD715AFF-4962-4154-BE4F-4480E9D651C8}"/>
                </a:ext>
              </a:extLst>
            </p:cNvPr>
            <p:cNvSpPr/>
            <p:nvPr/>
          </p:nvSpPr>
          <p:spPr>
            <a:xfrm>
              <a:off x="4306416" y="3254996"/>
              <a:ext cx="95547" cy="17774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34290" tIns="17145" rIns="34290" bIns="17145" rtlCol="0" anchor="ctr">
              <a:noAutofit/>
            </a:bodyPr>
            <a:lstStyle/>
            <a:p>
              <a:pPr algn="ctr"/>
              <a:endParaRPr lang="ko-KR" altLang="en-US" sz="135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  <p:sp>
          <p:nvSpPr>
            <p:cNvPr id="127" name="순서도: 연결자 126">
              <a:extLst>
                <a:ext uri="{FF2B5EF4-FFF2-40B4-BE49-F238E27FC236}">
                  <a16:creationId xmlns:a16="http://schemas.microsoft.com/office/drawing/2014/main" id="{50E9E925-42D2-47DC-9ADC-2A4C37C4DABE}"/>
                </a:ext>
              </a:extLst>
            </p:cNvPr>
            <p:cNvSpPr/>
            <p:nvPr/>
          </p:nvSpPr>
          <p:spPr>
            <a:xfrm>
              <a:off x="4453547" y="3620110"/>
              <a:ext cx="232127" cy="215831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34290" tIns="17145" rIns="34290" bIns="1714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25" dirty="0">
                  <a:latin typeface="배달의민족 도현" panose="020B0600000101010101" pitchFamily="50" charset="-127"/>
                  <a:ea typeface="배달의민족 도현" panose="020B0600000101010101" pitchFamily="50" charset="-127"/>
                  <a:cs typeface="Microsoft Himalaya" panose="01010100010101010101" pitchFamily="2" charset="0"/>
                </a:rPr>
                <a:t>11</a:t>
              </a:r>
              <a:endParaRPr lang="ko-KR" altLang="en-US" sz="525" dirty="0">
                <a:latin typeface="배달의민족 도현" panose="020B0600000101010101" pitchFamily="50" charset="-127"/>
                <a:ea typeface="배달의민족 도현" panose="020B0600000101010101" pitchFamily="50" charset="-127"/>
                <a:cs typeface="Microsoft Himalaya" panose="01010100010101010101" pitchFamily="2" charset="0"/>
              </a:endParaRPr>
            </a:p>
          </p:txBody>
        </p:sp>
      </p:grpSp>
      <p:sp>
        <p:nvSpPr>
          <p:cNvPr id="2" name="Google Shape;167;p16">
            <a:extLst>
              <a:ext uri="{FF2B5EF4-FFF2-40B4-BE49-F238E27FC236}">
                <a16:creationId xmlns:a16="http://schemas.microsoft.com/office/drawing/2014/main" id="{6B8376F1-0A15-C772-C412-34FF68BF30DE}"/>
              </a:ext>
            </a:extLst>
          </p:cNvPr>
          <p:cNvSpPr txBox="1">
            <a:spLocks/>
          </p:cNvSpPr>
          <p:nvPr/>
        </p:nvSpPr>
        <p:spPr>
          <a:xfrm>
            <a:off x="87990" y="71085"/>
            <a:ext cx="4002589" cy="257596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14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Backpressure BUFFER DROP-OLDEST </a:t>
            </a:r>
            <a:r>
              <a:rPr lang="ko-KR" altLang="en-US" sz="1400">
                <a:solidFill>
                  <a:srgbClr val="0070C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전략</a:t>
            </a:r>
            <a:endParaRPr lang="ko-KR" altLang="en-US" sz="1400" dirty="0">
              <a:solidFill>
                <a:srgbClr val="0070C0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795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animBg="1"/>
      <p:bldP spid="1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Sinks</a:t>
            </a:r>
            <a:endParaRPr lang="ko-KR" altLang="en-US" sz="36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https://github.com/ITVillage-Kevin/spring-reactive-01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3866</TotalTime>
  <Words>630</Words>
  <Application>Microsoft Office PowerPoint</Application>
  <PresentationFormat>화면 슬라이드 쇼(16:9)</PresentationFormat>
  <Paragraphs>311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나눔스퀘어라운드 ExtraBold</vt:lpstr>
      <vt:lpstr>Arial</vt:lpstr>
      <vt:lpstr>Encode Sans Semi Condensed Light</vt:lpstr>
      <vt:lpstr>나눔고딕 ExtraBold</vt:lpstr>
      <vt:lpstr>나눔바른고딕</vt:lpstr>
      <vt:lpstr>Encode Sans Semi Condensed SemiBold</vt:lpstr>
      <vt:lpstr>맑은 고딕</vt:lpstr>
      <vt:lpstr>배달의민족 도현</vt:lpstr>
      <vt:lpstr>Ferdinand template</vt:lpstr>
      <vt:lpstr>Kevin의 알기 쉬운 </vt:lpstr>
      <vt:lpstr>Publisher와 Subscriber간의 프로세스</vt:lpstr>
      <vt:lpstr>Backpressure란?</vt:lpstr>
      <vt:lpstr>Reactor에서의 Backpressure 처리 방법</vt:lpstr>
      <vt:lpstr>Backpressure 전략</vt:lpstr>
      <vt:lpstr>Backpressure 전략</vt:lpstr>
      <vt:lpstr>Backpressure DROP 전략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150</cp:revision>
  <dcterms:modified xsi:type="dcterms:W3CDTF">2023-06-07T12:56:42Z</dcterms:modified>
</cp:coreProperties>
</file>