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313" r:id="rId3"/>
    <p:sldId id="312" r:id="rId4"/>
    <p:sldId id="284" r:id="rId5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  <p:embeddedFont>
      <p:font typeface="나눔고딕 ExtraBold" panose="020D0904000000000000" pitchFamily="50" charset="-127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71059" autoAdjust="0"/>
  </p:normalViewPr>
  <p:slideViewPr>
    <p:cSldViewPr snapToGrid="0">
      <p:cViewPr varScale="1">
        <p:scale>
          <a:sx n="107" d="100"/>
          <a:sy n="107" d="100"/>
        </p:scale>
        <p:origin x="217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379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144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Context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Context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특징</a:t>
            </a:r>
          </a:p>
        </p:txBody>
      </p:sp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602015"/>
            <a:ext cx="7465202" cy="71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는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각각의 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Subscriber</a:t>
            </a:r>
            <a:r>
              <a:rPr lang="ko-KR" altLang="en-US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통해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Reactor Sequence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연결 되며 체인에서 각각의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들이 실행 쓰레드가 달라도 연결된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접근할 수 있다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C587C4D3-73EC-49B7-905A-216A331DAE57}"/>
              </a:ext>
            </a:extLst>
          </p:cNvPr>
          <p:cNvSpPr txBox="1">
            <a:spLocks/>
          </p:cNvSpPr>
          <p:nvPr/>
        </p:nvSpPr>
        <p:spPr>
          <a:xfrm>
            <a:off x="1206100" y="2471471"/>
            <a:ext cx="7465202" cy="44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는 체인의 맨 아래에서부터 위로 전파된다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F01F0484-0460-4EDC-8D8D-668187E5E80A}"/>
              </a:ext>
            </a:extLst>
          </p:cNvPr>
          <p:cNvSpPr txBox="1">
            <a:spLocks/>
          </p:cNvSpPr>
          <p:nvPr/>
        </p:nvSpPr>
        <p:spPr>
          <a:xfrm>
            <a:off x="1919590" y="2912627"/>
            <a:ext cx="6751711" cy="44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전파 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4" name="Google Shape;168;p16">
            <a:extLst>
              <a:ext uri="{FF2B5EF4-FFF2-40B4-BE49-F238E27FC236}">
                <a16:creationId xmlns:a16="http://schemas.microsoft.com/office/drawing/2014/main" id="{D440C30D-3CC5-4DA7-8E0B-6869331EB5AF}"/>
              </a:ext>
            </a:extLst>
          </p:cNvPr>
          <p:cNvSpPr txBox="1">
            <a:spLocks/>
          </p:cNvSpPr>
          <p:nvPr/>
        </p:nvSpPr>
        <p:spPr>
          <a:xfrm>
            <a:off x="1919590" y="3359116"/>
            <a:ext cx="6751711" cy="69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체인에서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 read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메서드가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 write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메서드 밑에 있을 경우에는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write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값을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read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할 수 없다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5" name="Google Shape;168;p16">
            <a:extLst>
              <a:ext uri="{FF2B5EF4-FFF2-40B4-BE49-F238E27FC236}">
                <a16:creationId xmlns:a16="http://schemas.microsoft.com/office/drawing/2014/main" id="{691E44BD-8C46-4935-BC42-3607A34C0F27}"/>
              </a:ext>
            </a:extLst>
          </p:cNvPr>
          <p:cNvSpPr txBox="1">
            <a:spLocks/>
          </p:cNvSpPr>
          <p:nvPr/>
        </p:nvSpPr>
        <p:spPr>
          <a:xfrm>
            <a:off x="1919590" y="4050751"/>
            <a:ext cx="6751711" cy="69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따라서 일반적으로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write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할때에는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체인의 마지막에 둔다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027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 uiExpand="1" build="p"/>
      <p:bldP spid="10" grpId="0" uiExpand="1" build="p"/>
      <p:bldP spid="14" grpId="0" uiExpand="1" build="p"/>
      <p:bldP spid="1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Context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특징</a:t>
            </a:r>
          </a:p>
        </p:txBody>
      </p:sp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602015"/>
            <a:ext cx="7465202" cy="71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동일한 키에 대해서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write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할 경우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값을 덮어쓴다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C587C4D3-73EC-49B7-905A-216A331DAE57}"/>
              </a:ext>
            </a:extLst>
          </p:cNvPr>
          <p:cNvSpPr txBox="1">
            <a:spLocks/>
          </p:cNvSpPr>
          <p:nvPr/>
        </p:nvSpPr>
        <p:spPr>
          <a:xfrm>
            <a:off x="1206100" y="2315182"/>
            <a:ext cx="7465202" cy="100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메인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내부에서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Sequence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생성하는 </a:t>
            </a:r>
            <a:r>
              <a:rPr lang="en-US" altLang="ko-KR" sz="1600" b="1" dirty="0" err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flatMap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( )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같은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내에서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write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값은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Inner Sequence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내부에서만 유효하고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외부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체인에서는 보이지 않는다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910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Debugging </a:t>
            </a:r>
            <a:endParaRPr lang="ko-KR" altLang="en-US" sz="36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https://github.com/ITVillage-Kevin/spring-reactive-01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5321</TotalTime>
  <Words>143</Words>
  <Application>Microsoft Office PowerPoint</Application>
  <PresentationFormat>화면 슬라이드 쇼(16:9)</PresentationFormat>
  <Paragraphs>16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나눔고딕 ExtraBold</vt:lpstr>
      <vt:lpstr>Encode Sans Semi Condensed SemiBold</vt:lpstr>
      <vt:lpstr>Encode Sans Semi Condensed Light</vt:lpstr>
      <vt:lpstr>Arial</vt:lpstr>
      <vt:lpstr>나눔스퀘어라운드 ExtraBold</vt:lpstr>
      <vt:lpstr>Ferdinand template</vt:lpstr>
      <vt:lpstr>Kevin의 알기 쉬운 </vt:lpstr>
      <vt:lpstr>Context의 특징</vt:lpstr>
      <vt:lpstr>Context의 특징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210</cp:revision>
  <dcterms:modified xsi:type="dcterms:W3CDTF">2022-12-09T03:59:29Z</dcterms:modified>
</cp:coreProperties>
</file>