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7" r:id="rId1"/>
  </p:sldMasterIdLst>
  <p:notesMasterIdLst>
    <p:notesMasterId r:id="rId4"/>
  </p:notesMasterIdLst>
  <p:sldIdLst>
    <p:sldId id="256" r:id="rId2"/>
    <p:sldId id="318" r:id="rId3"/>
  </p:sldIdLst>
  <p:sldSz cx="9144000" cy="5143500" type="screen16x9"/>
  <p:notesSz cx="6858000" cy="9144000"/>
  <p:embeddedFontLst>
    <p:embeddedFont>
      <p:font typeface="나눔스퀘어라운드 ExtraBold" panose="020B0600000101010101" charset="-127"/>
      <p:bold r:id="rId5"/>
    </p:embeddedFont>
    <p:embeddedFont>
      <p:font typeface="Encode Sans Semi Condensed Light" panose="020B0600000101010101" charset="0"/>
      <p:regular r:id="rId6"/>
      <p:bold r:id="rId7"/>
    </p:embeddedFont>
    <p:embeddedFont>
      <p:font typeface="Encode Sans Semi Condensed SemiBold" panose="00000706000000000000" charset="0"/>
      <p:regular r:id="rId8"/>
      <p:bold r:id="rId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황 정식" initials="황정" lastIdx="1" clrIdx="0">
    <p:extLst>
      <p:ext uri="{19B8F6BF-5375-455C-9EA6-DF929625EA0E}">
        <p15:presenceInfo xmlns:p15="http://schemas.microsoft.com/office/powerpoint/2012/main" userId="황 정식" providerId="None"/>
      </p:ext>
    </p:extLst>
  </p:cmAuthor>
  <p:cmAuthor id="2" name="황정식" initials="황" lastIdx="1" clrIdx="1">
    <p:extLst>
      <p:ext uri="{19B8F6BF-5375-455C-9EA6-DF929625EA0E}">
        <p15:presenceInfo xmlns:p15="http://schemas.microsoft.com/office/powerpoint/2012/main" userId="황정식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DB33F"/>
    <a:srgbClr val="6699FF"/>
    <a:srgbClr val="FF9900"/>
    <a:srgbClr val="99CCFF"/>
    <a:srgbClr val="0033CC"/>
    <a:srgbClr val="003399"/>
    <a:srgbClr val="0066FF"/>
    <a:srgbClr val="3333FF"/>
    <a:srgbClr val="6666FF"/>
    <a:srgbClr val="00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1733CE0-5CC8-49EC-A5A2-AC90B53F43E9}">
  <a:tblStyle styleId="{21733CE0-5CC8-49EC-A5A2-AC90B53F43E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941" autoAdjust="0"/>
    <p:restoredTop sz="65882" autoAdjust="0"/>
  </p:normalViewPr>
  <p:slideViewPr>
    <p:cSldViewPr snapToGrid="0">
      <p:cViewPr varScale="1">
        <p:scale>
          <a:sx n="99" d="100"/>
          <a:sy n="99" d="100"/>
        </p:scale>
        <p:origin x="2388" y="7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4.fntdata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font" Target="fonts/font3.fntdata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11" Type="http://schemas.openxmlformats.org/officeDocument/2006/relationships/presProps" Target="presProps.xml"/><Relationship Id="rId5" Type="http://schemas.openxmlformats.org/officeDocument/2006/relationships/font" Target="fonts/font1.fntdata"/><Relationship Id="rId10" Type="http://schemas.openxmlformats.org/officeDocument/2006/relationships/commentAuthors" Target="commentAuthors.xml"/><Relationship Id="rId4" Type="http://schemas.openxmlformats.org/officeDocument/2006/relationships/notesMaster" Target="notesMasters/notesMaster1.xml"/><Relationship Id="rId9" Type="http://schemas.openxmlformats.org/officeDocument/2006/relationships/font" Target="fonts/font5.fntdata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5f391192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5f391192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264941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bg>
      <p:bgPr>
        <a:gradFill>
          <a:gsLst>
            <a:gs pos="0">
              <a:srgbClr val="4F5876"/>
            </a:gs>
            <a:gs pos="100000">
              <a:srgbClr val="1D1F25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 rot="10800000">
            <a:off x="6904227" y="249339"/>
            <a:ext cx="2034302" cy="2271600"/>
            <a:chOff x="208025" y="2621275"/>
            <a:chExt cx="2034302" cy="2271600"/>
          </a:xfrm>
        </p:grpSpPr>
        <p:sp>
          <p:nvSpPr>
            <p:cNvPr id="11" name="Google Shape;11;p2"/>
            <p:cNvSpPr/>
            <p:nvPr/>
          </p:nvSpPr>
          <p:spPr>
            <a:xfrm rot="-5400000" flipH="1">
              <a:off x="89375" y="2739925"/>
              <a:ext cx="2271600" cy="2034300"/>
            </a:xfrm>
            <a:prstGeom prst="parallelogram">
              <a:avLst>
                <a:gd name="adj" fmla="val 22770"/>
              </a:avLst>
            </a:pr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rot="10800000">
              <a:off x="617527" y="4047646"/>
              <a:ext cx="1624800" cy="380700"/>
            </a:xfrm>
            <a:prstGeom prst="rtTriangle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9999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" name="Google Shape;13;p2"/>
          <p:cNvGrpSpPr/>
          <p:nvPr/>
        </p:nvGrpSpPr>
        <p:grpSpPr>
          <a:xfrm>
            <a:off x="208025" y="2621275"/>
            <a:ext cx="2034302" cy="2271600"/>
            <a:chOff x="208025" y="2621275"/>
            <a:chExt cx="2034302" cy="2271600"/>
          </a:xfrm>
        </p:grpSpPr>
        <p:sp>
          <p:nvSpPr>
            <p:cNvPr id="14" name="Google Shape;14;p2"/>
            <p:cNvSpPr/>
            <p:nvPr/>
          </p:nvSpPr>
          <p:spPr>
            <a:xfrm rot="-5400000" flipH="1">
              <a:off x="89375" y="2739925"/>
              <a:ext cx="2271600" cy="2034300"/>
            </a:xfrm>
            <a:prstGeom prst="parallelogram">
              <a:avLst>
                <a:gd name="adj" fmla="val 22770"/>
              </a:avLst>
            </a:prstGeom>
            <a:gradFill>
              <a:gsLst>
                <a:gs pos="0">
                  <a:schemeClr val="accent1"/>
                </a:gs>
                <a:gs pos="29000">
                  <a:schemeClr val="accent2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10800000">
              <a:off x="617527" y="4047646"/>
              <a:ext cx="1624800" cy="380700"/>
            </a:xfrm>
            <a:prstGeom prst="rtTriangle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9999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" name="Google Shape;16;p2"/>
          <p:cNvSpPr/>
          <p:nvPr/>
        </p:nvSpPr>
        <p:spPr>
          <a:xfrm rot="10800000" flipH="1">
            <a:off x="624300" y="1092075"/>
            <a:ext cx="7895400" cy="29592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ctrTitle"/>
          </p:nvPr>
        </p:nvSpPr>
        <p:spPr>
          <a:xfrm>
            <a:off x="1101000" y="1738825"/>
            <a:ext cx="6942000" cy="16659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96813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type="tx">
  <p:cSld name="Title + 1 column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oogle Shape;38;p5"/>
          <p:cNvGrpSpPr/>
          <p:nvPr/>
        </p:nvGrpSpPr>
        <p:grpSpPr>
          <a:xfrm>
            <a:off x="0" y="277661"/>
            <a:ext cx="7817376" cy="1293452"/>
            <a:chOff x="0" y="277661"/>
            <a:chExt cx="7817376" cy="1293452"/>
          </a:xfrm>
        </p:grpSpPr>
        <p:sp>
          <p:nvSpPr>
            <p:cNvPr id="39" name="Google Shape;39;p5"/>
            <p:cNvSpPr/>
            <p:nvPr/>
          </p:nvSpPr>
          <p:spPr>
            <a:xfrm rot="-5400000" flipH="1">
              <a:off x="112050" y="481364"/>
              <a:ext cx="977700" cy="1201800"/>
            </a:xfrm>
            <a:prstGeom prst="parallelogram">
              <a:avLst>
                <a:gd name="adj" fmla="val 10943"/>
              </a:avLst>
            </a:prstGeom>
            <a:gradFill>
              <a:gsLst>
                <a:gs pos="0">
                  <a:schemeClr val="accent1"/>
                </a:gs>
                <a:gs pos="29000">
                  <a:schemeClr val="accent2"/>
                </a:gs>
                <a:gs pos="100000">
                  <a:schemeClr val="accent3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0;p5"/>
            <p:cNvSpPr/>
            <p:nvPr/>
          </p:nvSpPr>
          <p:spPr>
            <a:xfrm rot="10800000">
              <a:off x="278209" y="1169850"/>
              <a:ext cx="927900" cy="297900"/>
            </a:xfrm>
            <a:prstGeom prst="rtTriangle">
              <a:avLst/>
            </a:prstGeom>
            <a:gradFill>
              <a:gsLst>
                <a:gs pos="0">
                  <a:schemeClr val="accent1"/>
                </a:gs>
                <a:gs pos="47000">
                  <a:schemeClr val="accent1"/>
                </a:gs>
                <a:gs pos="100000">
                  <a:schemeClr val="accent2"/>
                </a:gs>
              </a:gsLst>
              <a:lin ang="59999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1" name="Google Shape;41;p5"/>
            <p:cNvGrpSpPr/>
            <p:nvPr/>
          </p:nvGrpSpPr>
          <p:grpSpPr>
            <a:xfrm>
              <a:off x="284659" y="277661"/>
              <a:ext cx="7532717" cy="895903"/>
              <a:chOff x="0" y="266575"/>
              <a:chExt cx="6046490" cy="1687200"/>
            </a:xfrm>
          </p:grpSpPr>
          <p:sp>
            <p:nvSpPr>
              <p:cNvPr id="42" name="Google Shape;42;p5"/>
              <p:cNvSpPr/>
              <p:nvPr/>
            </p:nvSpPr>
            <p:spPr>
              <a:xfrm rot="10800000" flipH="1">
                <a:off x="0" y="266575"/>
                <a:ext cx="5867700" cy="1687200"/>
              </a:xfrm>
              <a:prstGeom prst="rect">
                <a:avLst/>
              </a:prstGeom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Google Shape;43;p5"/>
              <p:cNvSpPr/>
              <p:nvPr/>
            </p:nvSpPr>
            <p:spPr>
              <a:xfrm rot="10800000">
                <a:off x="5864390" y="266658"/>
                <a:ext cx="182100" cy="1684500"/>
              </a:xfrm>
              <a:prstGeom prst="triangle">
                <a:avLst>
                  <a:gd name="adj" fmla="val 100000"/>
                </a:avLst>
              </a:prstGeom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4" name="Google Shape;44;p5"/>
          <p:cNvGrpSpPr/>
          <p:nvPr/>
        </p:nvGrpSpPr>
        <p:grpSpPr>
          <a:xfrm rot="10800000" flipH="1">
            <a:off x="8543953" y="4243733"/>
            <a:ext cx="600055" cy="374899"/>
            <a:chOff x="5211448" y="3165393"/>
            <a:chExt cx="1477967" cy="784800"/>
          </a:xfrm>
        </p:grpSpPr>
        <p:sp>
          <p:nvSpPr>
            <p:cNvPr id="45" name="Google Shape;45;p5"/>
            <p:cNvSpPr/>
            <p:nvPr/>
          </p:nvSpPr>
          <p:spPr>
            <a:xfrm rot="-5400000" flipH="1">
              <a:off x="5558565" y="2819343"/>
              <a:ext cx="784800" cy="1476900"/>
            </a:xfrm>
            <a:prstGeom prst="triangle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5"/>
            <p:cNvSpPr/>
            <p:nvPr/>
          </p:nvSpPr>
          <p:spPr>
            <a:xfrm rot="10800000" flipH="1">
              <a:off x="5211448" y="3169975"/>
              <a:ext cx="1477800" cy="389700"/>
            </a:xfrm>
            <a:prstGeom prst="rtTriangle">
              <a:avLst/>
            </a:prstGeom>
            <a:gradFill>
              <a:gsLst>
                <a:gs pos="0">
                  <a:schemeClr val="accent1"/>
                </a:gs>
                <a:gs pos="47000">
                  <a:schemeClr val="accent1"/>
                </a:gs>
                <a:gs pos="100000">
                  <a:schemeClr val="accent2"/>
                </a:gs>
              </a:gsLst>
              <a:lin ang="59999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7" name="Google Shape;47;p5"/>
          <p:cNvGrpSpPr/>
          <p:nvPr/>
        </p:nvGrpSpPr>
        <p:grpSpPr>
          <a:xfrm flipH="1">
            <a:off x="8385351" y="4612318"/>
            <a:ext cx="758573" cy="531131"/>
            <a:chOff x="0" y="266575"/>
            <a:chExt cx="7503194" cy="1687200"/>
          </a:xfrm>
        </p:grpSpPr>
        <p:sp>
          <p:nvSpPr>
            <p:cNvPr id="48" name="Google Shape;48;p5"/>
            <p:cNvSpPr/>
            <p:nvPr/>
          </p:nvSpPr>
          <p:spPr>
            <a:xfrm rot="10800000" flipH="1">
              <a:off x="0" y="266575"/>
              <a:ext cx="5867700" cy="1687200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49;p5"/>
            <p:cNvSpPr/>
            <p:nvPr/>
          </p:nvSpPr>
          <p:spPr>
            <a:xfrm rot="10800000">
              <a:off x="5808794" y="266660"/>
              <a:ext cx="1694400" cy="1684500"/>
            </a:xfrm>
            <a:prstGeom prst="triangle">
              <a:avLst>
                <a:gd name="adj" fmla="val 10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0" name="Google Shape;50;p5"/>
          <p:cNvSpPr txBox="1">
            <a:spLocks noGrp="1"/>
          </p:cNvSpPr>
          <p:nvPr>
            <p:ph type="title"/>
          </p:nvPr>
        </p:nvSpPr>
        <p:spPr>
          <a:xfrm>
            <a:off x="533400" y="277650"/>
            <a:ext cx="6840600" cy="895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5"/>
          <p:cNvSpPr txBox="1">
            <a:spLocks noGrp="1"/>
          </p:cNvSpPr>
          <p:nvPr>
            <p:ph type="body" idx="1"/>
          </p:nvPr>
        </p:nvSpPr>
        <p:spPr>
          <a:xfrm>
            <a:off x="1206100" y="1706200"/>
            <a:ext cx="7026900" cy="306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81000">
              <a:spcBef>
                <a:spcPts val="600"/>
              </a:spcBef>
              <a:spcAft>
                <a:spcPts val="0"/>
              </a:spcAft>
              <a:buSzPts val="2400"/>
              <a:buChar char="⊳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▸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▸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▸"/>
              <a:defRPr/>
            </a:lvl4pPr>
            <a:lvl5pPr marL="2286000" lvl="4" indent="-381000">
              <a:spcBef>
                <a:spcPts val="0"/>
              </a:spcBef>
              <a:spcAft>
                <a:spcPts val="0"/>
              </a:spcAft>
              <a:buSzPts val="2400"/>
              <a:buChar char="▸"/>
              <a:defRPr/>
            </a:lvl5pPr>
            <a:lvl6pPr marL="2743200" lvl="5" indent="-381000">
              <a:spcBef>
                <a:spcPts val="0"/>
              </a:spcBef>
              <a:spcAft>
                <a:spcPts val="0"/>
              </a:spcAft>
              <a:buSzPts val="2400"/>
              <a:buChar char="▸"/>
              <a:defRPr/>
            </a:lvl6pPr>
            <a:lvl7pPr marL="3200400" lvl="6" indent="-381000">
              <a:spcBef>
                <a:spcPts val="0"/>
              </a:spcBef>
              <a:spcAft>
                <a:spcPts val="0"/>
              </a:spcAft>
              <a:buSzPts val="2400"/>
              <a:buChar char="▸"/>
              <a:defRPr/>
            </a:lvl7pPr>
            <a:lvl8pPr marL="3657600" lvl="7" indent="-381000">
              <a:spcBef>
                <a:spcPts val="0"/>
              </a:spcBef>
              <a:spcAft>
                <a:spcPts val="0"/>
              </a:spcAft>
              <a:buSzPts val="2400"/>
              <a:buChar char="▸"/>
              <a:defRPr/>
            </a:lvl8pPr>
            <a:lvl9pPr marL="4114800" lvl="8" indent="-381000">
              <a:spcBef>
                <a:spcPts val="0"/>
              </a:spcBef>
              <a:spcAft>
                <a:spcPts val="0"/>
              </a:spcAft>
              <a:buSzPts val="2400"/>
              <a:buChar char="▸"/>
              <a:defRPr/>
            </a:lvl9pPr>
          </a:lstStyle>
          <a:p>
            <a:endParaRPr/>
          </a:p>
        </p:txBody>
      </p:sp>
      <p:sp>
        <p:nvSpPr>
          <p:cNvPr id="52" name="Google Shape;52;p5"/>
          <p:cNvSpPr txBox="1">
            <a:spLocks noGrp="1"/>
          </p:cNvSpPr>
          <p:nvPr>
            <p:ph type="sldNum" idx="12"/>
          </p:nvPr>
        </p:nvSpPr>
        <p:spPr>
          <a:xfrm>
            <a:off x="8543950" y="4612325"/>
            <a:ext cx="485400" cy="531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224157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533400" y="277650"/>
            <a:ext cx="6840600" cy="895800"/>
          </a:xfrm>
          <a:prstGeom prst="rect">
            <a:avLst/>
          </a:prstGeom>
          <a:noFill/>
          <a:ln>
            <a:noFill/>
          </a:ln>
          <a:effectLst>
            <a:outerShdw blurRad="28575" dist="9525" dir="5400000" algn="bl" rotWithShape="0">
              <a:schemeClr val="dk1">
                <a:alpha val="15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1470125" y="1553800"/>
            <a:ext cx="6915300" cy="30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8100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Encode Sans Semi Condensed Light"/>
              <a:buChar char="⊳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4pPr>
            <a:lvl5pPr marL="2286000" lvl="4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5pPr>
            <a:lvl6pPr marL="2743200" lvl="5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6pPr>
            <a:lvl7pPr marL="3200400" lvl="6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7pPr>
            <a:lvl8pPr marL="3657600" lvl="7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8pPr>
            <a:lvl9pPr marL="4114800" lvl="8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43950" y="4612325"/>
            <a:ext cx="485400" cy="5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1pPr>
            <a:lvl2pPr lvl="1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2pPr>
            <a:lvl3pPr lvl="2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3pPr>
            <a:lvl4pPr lvl="3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4pPr>
            <a:lvl5pPr lvl="4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5pPr>
            <a:lvl6pPr lvl="5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6pPr>
            <a:lvl7pPr lvl="6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7pPr>
            <a:lvl8pPr lvl="7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8pPr>
            <a:lvl9pPr lvl="8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8" r:id="rId1"/>
    <p:sldLayoutId id="2147483659" r:id="rId2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1"/>
          <p:cNvSpPr txBox="1">
            <a:spLocks noGrp="1"/>
          </p:cNvSpPr>
          <p:nvPr>
            <p:ph type="ctrTitle"/>
          </p:nvPr>
        </p:nvSpPr>
        <p:spPr>
          <a:xfrm>
            <a:off x="87405" y="0"/>
            <a:ext cx="8639735" cy="105144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chemeClr val="accent1">
                    <a:lumMod val="40000"/>
                    <a:lumOff val="60000"/>
                  </a:schemeClr>
                </a:solidFill>
                <a:latin typeface="나눔스퀘어라운드 ExtraBold" panose="020B0600000101010101" charset="-127"/>
                <a:ea typeface="나눔스퀘어라운드 ExtraBold" panose="020B0600000101010101" charset="-127"/>
              </a:rPr>
              <a:t>Kevin</a:t>
            </a:r>
            <a:r>
              <a:rPr lang="ko-KR" altLang="en-US" sz="3200">
                <a:solidFill>
                  <a:schemeClr val="accent1">
                    <a:lumMod val="40000"/>
                    <a:lumOff val="60000"/>
                  </a:schemeClr>
                </a:solidFill>
                <a:latin typeface="나눔스퀘어라운드 ExtraBold" panose="020B0600000101010101" charset="-127"/>
                <a:ea typeface="나눔스퀘어라운드 ExtraBold" panose="020B0600000101010101" charset="-127"/>
              </a:rPr>
              <a:t>의 알기 쉬운 </a:t>
            </a:r>
            <a:endParaRPr sz="3200">
              <a:solidFill>
                <a:schemeClr val="accent1">
                  <a:lumMod val="40000"/>
                  <a:lumOff val="60000"/>
                </a:schemeClr>
              </a:solidFill>
              <a:latin typeface="나눔스퀘어라운드 ExtraBold" panose="020B0600000101010101" charset="-127"/>
              <a:ea typeface="나눔스퀘어라운드 ExtraBold" panose="020B0600000101010101" charset="-127"/>
            </a:endParaRPr>
          </a:p>
        </p:txBody>
      </p:sp>
      <p:sp>
        <p:nvSpPr>
          <p:cNvPr id="4" name="Google Shape;126;p11">
            <a:extLst>
              <a:ext uri="{FF2B5EF4-FFF2-40B4-BE49-F238E27FC236}">
                <a16:creationId xmlns:a16="http://schemas.microsoft.com/office/drawing/2014/main" id="{7014F73D-F994-4842-AC03-FB3329414776}"/>
              </a:ext>
            </a:extLst>
          </p:cNvPr>
          <p:cNvSpPr txBox="1">
            <a:spLocks/>
          </p:cNvSpPr>
          <p:nvPr/>
        </p:nvSpPr>
        <p:spPr>
          <a:xfrm>
            <a:off x="2393157" y="4092060"/>
            <a:ext cx="6750843" cy="1051440"/>
          </a:xfrm>
          <a:prstGeom prst="rect">
            <a:avLst/>
          </a:prstGeom>
          <a:noFill/>
          <a:ln>
            <a:noFill/>
          </a:ln>
          <a:effectLst>
            <a:outerShdw blurRad="28575" dist="9525" dir="5400000" algn="bl" rotWithShape="0">
              <a:schemeClr val="dk1">
                <a:alpha val="15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1pPr>
            <a:lvl2pPr marR="0" lvl="1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2pPr>
            <a:lvl3pPr marR="0" lvl="2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3pPr>
            <a:lvl4pPr marR="0" lvl="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4pPr>
            <a:lvl5pPr marR="0" lvl="4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5pPr>
            <a:lvl6pPr marR="0" lvl="5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6pPr>
            <a:lvl7pPr marR="0" lvl="6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7pPr>
            <a:lvl8pPr marR="0" lvl="7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8pPr>
            <a:lvl9pPr marR="0" lvl="8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9pPr>
          </a:lstStyle>
          <a:p>
            <a:pPr algn="l"/>
            <a:r>
              <a:rPr lang="en-US" sz="3200" b="1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latin typeface="나눔스퀘어라운드 ExtraBold" panose="020B0600000101010101" charset="-127"/>
                <a:ea typeface="나눔스퀘어라운드 ExtraBold" panose="020B0600000101010101" charset="-127"/>
              </a:rPr>
              <a:t>Spring Reactive Web Applications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9F15B79C-E878-4CB4-AA38-2CA58A694E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4268" y="114341"/>
            <a:ext cx="2919413" cy="888335"/>
          </a:xfrm>
          <a:prstGeom prst="rect">
            <a:avLst/>
          </a:prstGeom>
        </p:spPr>
      </p:pic>
      <p:pic>
        <p:nvPicPr>
          <p:cNvPr id="11" name="그림 10" descr="실내, 앉아있는, 컴퓨터, 작은이(가) 표시된 사진&#10;&#10;자동 생성된 설명">
            <a:extLst>
              <a:ext uri="{FF2B5EF4-FFF2-40B4-BE49-F238E27FC236}">
                <a16:creationId xmlns:a16="http://schemas.microsoft.com/office/drawing/2014/main" id="{41CBB6E7-9A32-4310-B735-13A43B1EB4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562840"/>
            <a:ext cx="578857" cy="580660"/>
          </a:xfrm>
          <a:prstGeom prst="rect">
            <a:avLst/>
          </a:prstGeom>
        </p:spPr>
      </p:pic>
      <p:sp>
        <p:nvSpPr>
          <p:cNvPr id="2" name="Google Shape;126;p11">
            <a:extLst>
              <a:ext uri="{FF2B5EF4-FFF2-40B4-BE49-F238E27FC236}">
                <a16:creationId xmlns:a16="http://schemas.microsoft.com/office/drawing/2014/main" id="{B154FAC8-F82E-49B1-8799-6998C9411213}"/>
              </a:ext>
            </a:extLst>
          </p:cNvPr>
          <p:cNvSpPr txBox="1">
            <a:spLocks/>
          </p:cNvSpPr>
          <p:nvPr/>
        </p:nvSpPr>
        <p:spPr>
          <a:xfrm>
            <a:off x="665629" y="1117017"/>
            <a:ext cx="7853083" cy="2866047"/>
          </a:xfrm>
          <a:prstGeom prst="rect">
            <a:avLst/>
          </a:prstGeom>
          <a:noFill/>
          <a:ln>
            <a:noFill/>
          </a:ln>
          <a:effectLst>
            <a:outerShdw blurRad="28575" dist="9525" dir="5400000" algn="bl" rotWithShape="0">
              <a:schemeClr val="dk1">
                <a:alpha val="15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1pPr>
            <a:lvl2pPr marR="0" lvl="1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2pPr>
            <a:lvl3pPr marR="0" lvl="2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3pPr>
            <a:lvl4pPr marR="0" lvl="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4pPr>
            <a:lvl5pPr marR="0" lvl="4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5pPr>
            <a:lvl6pPr marR="0" lvl="5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6pPr>
            <a:lvl7pPr marR="0" lvl="6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7pPr>
            <a:lvl8pPr marR="0" lvl="7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8pPr>
            <a:lvl9pPr marR="0" lvl="8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9pPr>
          </a:lstStyle>
          <a:p>
            <a:r>
              <a:rPr lang="en-US" altLang="ko-KR" sz="4000" b="1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Debugging</a:t>
            </a:r>
            <a:r>
              <a:rPr lang="ko-KR" altLang="en-US" sz="40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 </a:t>
            </a:r>
            <a:endParaRPr lang="en-US" altLang="ko-KR" sz="400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68;p16">
            <a:extLst>
              <a:ext uri="{FF2B5EF4-FFF2-40B4-BE49-F238E27FC236}">
                <a16:creationId xmlns:a16="http://schemas.microsoft.com/office/drawing/2014/main" id="{803E2E8C-C2A7-4856-B22D-CCAFC535AE8D}"/>
              </a:ext>
            </a:extLst>
          </p:cNvPr>
          <p:cNvSpPr txBox="1">
            <a:spLocks/>
          </p:cNvSpPr>
          <p:nvPr/>
        </p:nvSpPr>
        <p:spPr>
          <a:xfrm>
            <a:off x="1206100" y="1602014"/>
            <a:ext cx="7465202" cy="474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Encode Sans Semi Condensed Light"/>
              <a:buChar char="⊳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4pPr>
            <a:lvl5pPr marL="2286000" marR="0" lvl="4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5pPr>
            <a:lvl6pPr marL="2743200" marR="0" lvl="5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6pPr>
            <a:lvl7pPr marL="3200400" marR="0" lvl="6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7pPr>
            <a:lvl8pPr marL="3657600" marR="0" lvl="7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8pPr>
            <a:lvl9pPr marL="4114800" marR="0" lvl="8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9pPr>
          </a:lstStyle>
          <a:p>
            <a:r>
              <a:rPr lang="ko-KR" altLang="en-US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특정 </a:t>
            </a:r>
            <a:r>
              <a:rPr lang="en-US" altLang="ko-KR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Operator </a:t>
            </a:r>
            <a:r>
              <a:rPr lang="ko-KR" altLang="en-US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체인 내에서만 </a:t>
            </a:r>
            <a:r>
              <a:rPr lang="en-US" altLang="ko-KR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assembly stacktrace</a:t>
            </a:r>
            <a:r>
              <a:rPr lang="ko-KR" altLang="en-US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를 캡쳐한다</a:t>
            </a:r>
            <a:r>
              <a:rPr lang="en-US" altLang="ko-KR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.</a:t>
            </a:r>
            <a:r>
              <a:rPr lang="ko-KR" altLang="en-US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 </a:t>
            </a:r>
            <a:endParaRPr lang="en-US" altLang="ko-KR" sz="1600" b="1">
              <a:latin typeface="나눔스퀘어라운드 ExtraBold" panose="020B0600000101010101" charset="-127"/>
              <a:ea typeface="나눔스퀘어라운드 ExtraBold" panose="020B0600000101010101" charset="-127"/>
            </a:endParaRPr>
          </a:p>
        </p:txBody>
      </p:sp>
      <p:sp>
        <p:nvSpPr>
          <p:cNvPr id="8" name="Google Shape;167;p16">
            <a:extLst>
              <a:ext uri="{FF2B5EF4-FFF2-40B4-BE49-F238E27FC236}">
                <a16:creationId xmlns:a16="http://schemas.microsoft.com/office/drawing/2014/main" id="{187CB6B3-F3A7-422F-BC2F-99589F55FD3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3695" y="277650"/>
            <a:ext cx="7221640" cy="895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24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checkpoint() Operator</a:t>
            </a:r>
            <a:r>
              <a:rPr lang="ko-KR" altLang="en-US" sz="24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를 사용하는 방법</a:t>
            </a:r>
          </a:p>
        </p:txBody>
      </p:sp>
      <p:sp>
        <p:nvSpPr>
          <p:cNvPr id="10" name="Google Shape;168;p16">
            <a:extLst>
              <a:ext uri="{FF2B5EF4-FFF2-40B4-BE49-F238E27FC236}">
                <a16:creationId xmlns:a16="http://schemas.microsoft.com/office/drawing/2014/main" id="{665EDD7C-215F-4185-A995-8EE216EA6880}"/>
              </a:ext>
            </a:extLst>
          </p:cNvPr>
          <p:cNvSpPr txBox="1">
            <a:spLocks/>
          </p:cNvSpPr>
          <p:nvPr/>
        </p:nvSpPr>
        <p:spPr>
          <a:xfrm>
            <a:off x="1206100" y="2174773"/>
            <a:ext cx="7465202" cy="1240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Encode Sans Semi Condensed Light"/>
              <a:buChar char="⊳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4pPr>
            <a:lvl5pPr marL="2286000" marR="0" lvl="4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5pPr>
            <a:lvl6pPr marL="2743200" marR="0" lvl="5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6pPr>
            <a:lvl7pPr marL="3200400" marR="0" lvl="6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7pPr>
            <a:lvl8pPr marL="3657600" marR="0" lvl="7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8pPr>
            <a:lvl9pPr marL="4114800" marR="0" lvl="8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9pPr>
          </a:lstStyle>
          <a:p>
            <a:r>
              <a:rPr lang="en-US" altLang="ko-KR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checkpoint(description)</a:t>
            </a:r>
            <a:r>
              <a:rPr lang="ko-KR" altLang="en-US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를 사용하면 에러 발생 시</a:t>
            </a:r>
            <a:r>
              <a:rPr lang="en-US" altLang="ko-KR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, chpeckpoint(description)</a:t>
            </a:r>
            <a:r>
              <a:rPr lang="ko-KR" altLang="en-US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를 추가한 지점의 </a:t>
            </a:r>
            <a:r>
              <a:rPr lang="en-US" altLang="ko-KR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assembly stacktrace</a:t>
            </a:r>
            <a:r>
              <a:rPr lang="ko-KR" altLang="en-US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를 생략하고 </a:t>
            </a:r>
            <a:r>
              <a:rPr lang="en-US" altLang="ko-KR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description</a:t>
            </a:r>
            <a:r>
              <a:rPr lang="ko-KR" altLang="en-US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을 통해 에러 발생 지점을 예상할 수 있다</a:t>
            </a:r>
            <a:r>
              <a:rPr lang="en-US" altLang="ko-KR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.</a:t>
            </a:r>
            <a:r>
              <a:rPr lang="ko-KR" altLang="en-US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 </a:t>
            </a:r>
            <a:endParaRPr lang="en-US" altLang="ko-KR" sz="1600" b="1">
              <a:latin typeface="나눔스퀘어라운드 ExtraBold" panose="020B0600000101010101" charset="-127"/>
              <a:ea typeface="나눔스퀘어라운드 ExtraBold" panose="020B0600000101010101" charset="-127"/>
            </a:endParaRPr>
          </a:p>
        </p:txBody>
      </p:sp>
      <p:sp>
        <p:nvSpPr>
          <p:cNvPr id="12" name="Google Shape;168;p16">
            <a:extLst>
              <a:ext uri="{FF2B5EF4-FFF2-40B4-BE49-F238E27FC236}">
                <a16:creationId xmlns:a16="http://schemas.microsoft.com/office/drawing/2014/main" id="{7E3F50BE-6F39-4F31-B3B8-E8707447528E}"/>
              </a:ext>
            </a:extLst>
          </p:cNvPr>
          <p:cNvSpPr txBox="1">
            <a:spLocks/>
          </p:cNvSpPr>
          <p:nvPr/>
        </p:nvSpPr>
        <p:spPr>
          <a:xfrm>
            <a:off x="1206100" y="3539847"/>
            <a:ext cx="7658500" cy="474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Encode Sans Semi Condensed Light"/>
              <a:buChar char="⊳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4pPr>
            <a:lvl5pPr marL="2286000" marR="0" lvl="4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5pPr>
            <a:lvl6pPr marL="2743200" marR="0" lvl="5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6pPr>
            <a:lvl7pPr marL="3200400" marR="0" lvl="6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7pPr>
            <a:lvl8pPr marL="3657600" marR="0" lvl="7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8pPr>
            <a:lvl9pPr marL="4114800" marR="0" lvl="8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9pPr>
          </a:lstStyle>
          <a:p>
            <a:r>
              <a:rPr lang="en-US" altLang="ko-KR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checkpoint(description, true) = checkpoint( ) + checkpoint(“description”)</a:t>
            </a:r>
            <a:r>
              <a:rPr lang="ko-KR" altLang="en-US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 </a:t>
            </a:r>
            <a:endParaRPr lang="en-US" altLang="ko-KR" sz="1600" b="1">
              <a:latin typeface="나눔스퀘어라운드 ExtraBold" panose="020B0600000101010101" charset="-127"/>
              <a:ea typeface="나눔스퀘어라운드 ExtraBold" panose="020B0600000101010101" charset="-127"/>
            </a:endParaRPr>
          </a:p>
        </p:txBody>
      </p:sp>
      <p:sp>
        <p:nvSpPr>
          <p:cNvPr id="6" name="Google Shape;168;p16">
            <a:extLst>
              <a:ext uri="{FF2B5EF4-FFF2-40B4-BE49-F238E27FC236}">
                <a16:creationId xmlns:a16="http://schemas.microsoft.com/office/drawing/2014/main" id="{C5033FC6-3F4B-4875-AC22-61577D71827A}"/>
              </a:ext>
            </a:extLst>
          </p:cNvPr>
          <p:cNvSpPr txBox="1">
            <a:spLocks/>
          </p:cNvSpPr>
          <p:nvPr/>
        </p:nvSpPr>
        <p:spPr>
          <a:xfrm>
            <a:off x="1783976" y="4008041"/>
            <a:ext cx="6887326" cy="7252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Encode Sans Semi Condensed Light"/>
              <a:buChar char="⊳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4pPr>
            <a:lvl5pPr marL="2286000" marR="0" lvl="4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5pPr>
            <a:lvl6pPr marL="2743200" marR="0" lvl="5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6pPr>
            <a:lvl7pPr marL="3200400" marR="0" lvl="6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7pPr>
            <a:lvl8pPr marL="3657600" marR="0" lvl="7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8pPr>
            <a:lvl9pPr marL="4114800" marR="0" lvl="8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ko-KR" altLang="en-US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에러 발생 시</a:t>
            </a:r>
            <a:r>
              <a:rPr lang="en-US" altLang="ko-KR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, </a:t>
            </a:r>
            <a:r>
              <a:rPr lang="ko-KR" altLang="en-US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고유한 식별자 등의 </a:t>
            </a:r>
            <a:r>
              <a:rPr lang="en-US" altLang="ko-KR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description</a:t>
            </a:r>
            <a:r>
              <a:rPr lang="ko-KR" altLang="en-US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과  </a:t>
            </a:r>
            <a:r>
              <a:rPr lang="en-US" altLang="ko-KR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assembly stack trace(traceback)</a:t>
            </a:r>
            <a:r>
              <a:rPr lang="ko-KR" altLang="en-US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를 모두 출력한다</a:t>
            </a:r>
            <a:r>
              <a:rPr lang="en-US" altLang="ko-KR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430652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uiExpand="1" build="p"/>
      <p:bldP spid="10" grpId="0" uiExpand="1" build="p"/>
      <p:bldP spid="12" grpId="0" uiExpand="1" build="p"/>
      <p:bldP spid="6" grpId="0" uiExpand="1" build="p"/>
    </p:bldLst>
  </p:timing>
</p:sld>
</file>

<file path=ppt/theme/theme1.xml><?xml version="1.0" encoding="utf-8"?>
<a:theme xmlns:a="http://schemas.openxmlformats.org/drawingml/2006/main" name="Ferdinand template">
  <a:themeElements>
    <a:clrScheme name="Custom 347">
      <a:dk1>
        <a:srgbClr val="343A4E"/>
      </a:dk1>
      <a:lt1>
        <a:srgbClr val="FFFFFF"/>
      </a:lt1>
      <a:dk2>
        <a:srgbClr val="707A96"/>
      </a:dk2>
      <a:lt2>
        <a:srgbClr val="EEEFF3"/>
      </a:lt2>
      <a:accent1>
        <a:srgbClr val="ACD701"/>
      </a:accent1>
      <a:accent2>
        <a:srgbClr val="69B636"/>
      </a:accent2>
      <a:accent3>
        <a:srgbClr val="32A318"/>
      </a:accent3>
      <a:accent4>
        <a:srgbClr val="9EACD1"/>
      </a:accent4>
      <a:accent5>
        <a:srgbClr val="707A96"/>
      </a:accent5>
      <a:accent6>
        <a:srgbClr val="394057"/>
      </a:accent6>
      <a:hlink>
        <a:srgbClr val="0E9900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5555</TotalTime>
  <Words>89</Words>
  <Application>Microsoft Office PowerPoint</Application>
  <PresentationFormat>화면 슬라이드 쇼(16:9)</PresentationFormat>
  <Paragraphs>8</Paragraphs>
  <Slides>2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7" baseType="lpstr">
      <vt:lpstr>Encode Sans Semi Condensed SemiBold</vt:lpstr>
      <vt:lpstr>Encode Sans Semi Condensed Light</vt:lpstr>
      <vt:lpstr>나눔스퀘어라운드 ExtraBold</vt:lpstr>
      <vt:lpstr>Arial</vt:lpstr>
      <vt:lpstr>Ferdinand template</vt:lpstr>
      <vt:lpstr>Kevin의 알기 쉬운 </vt:lpstr>
      <vt:lpstr>checkpoint() Operator를 사용하는 방법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Spring Reactive Web Applications</dc:title>
  <cp:lastModifiedBy>황정식</cp:lastModifiedBy>
  <cp:revision>241</cp:revision>
  <dcterms:modified xsi:type="dcterms:W3CDTF">2022-12-25T14:13:37Z</dcterms:modified>
</cp:coreProperties>
</file>