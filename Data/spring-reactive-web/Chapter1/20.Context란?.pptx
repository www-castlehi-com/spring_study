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256" r:id="rId2"/>
    <p:sldId id="297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67216" autoAdjust="0"/>
  </p:normalViewPr>
  <p:slideViewPr>
    <p:cSldViewPr snapToGrid="0">
      <p:cViewPr varScale="1">
        <p:scale>
          <a:sx n="101" d="100"/>
          <a:sy n="101" d="100"/>
        </p:scale>
        <p:origin x="235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435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Context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Context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란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lang="ko-KR" altLang="en-US"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595918"/>
            <a:ext cx="7465202" cy="65472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Reactor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Sequence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상에서 상태를 저장할 수 있고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저장된 상태 값을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체인에서 공유해서 사용할 수 있는 인터페이스이다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96" name="Google Shape;168;p16">
            <a:extLst>
              <a:ext uri="{FF2B5EF4-FFF2-40B4-BE49-F238E27FC236}">
                <a16:creationId xmlns:a16="http://schemas.microsoft.com/office/drawing/2014/main" id="{162EBBDC-AC47-4789-957F-3C204B908853}"/>
              </a:ext>
            </a:extLst>
          </p:cNvPr>
          <p:cNvSpPr txBox="1">
            <a:spLocks/>
          </p:cNvSpPr>
          <p:nvPr/>
        </p:nvSpPr>
        <p:spPr>
          <a:xfrm>
            <a:off x="1206100" y="2295381"/>
            <a:ext cx="7465202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저장할 상태 값은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key, value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형태로 저장이 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041E9D14-1CD5-4561-A1EC-08C41394C833}"/>
              </a:ext>
            </a:extLst>
          </p:cNvPr>
          <p:cNvSpPr txBox="1">
            <a:spLocks/>
          </p:cNvSpPr>
          <p:nvPr/>
        </p:nvSpPr>
        <p:spPr>
          <a:xfrm>
            <a:off x="1206100" y="2799716"/>
            <a:ext cx="7465202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값을 저장하기 위해서는 </a:t>
            </a:r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contextWrite( 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사용한다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57CFEDA5-7632-42FD-8A98-2E3BBA31A032}"/>
              </a:ext>
            </a:extLst>
          </p:cNvPr>
          <p:cNvSpPr txBox="1">
            <a:spLocks/>
          </p:cNvSpPr>
          <p:nvPr/>
        </p:nvSpPr>
        <p:spPr>
          <a:xfrm>
            <a:off x="1206100" y="3304051"/>
            <a:ext cx="7465202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값을 읽어오기 위해서는 읽기 전용 뷰인 </a:t>
            </a:r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ContextView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사용한다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8;p16">
            <a:extLst>
              <a:ext uri="{FF2B5EF4-FFF2-40B4-BE49-F238E27FC236}">
                <a16:creationId xmlns:a16="http://schemas.microsoft.com/office/drawing/2014/main" id="{842BAFC2-4504-44F8-B259-0AC2F90DE90A}"/>
              </a:ext>
            </a:extLst>
          </p:cNvPr>
          <p:cNvSpPr txBox="1">
            <a:spLocks/>
          </p:cNvSpPr>
          <p:nvPr/>
        </p:nvSpPr>
        <p:spPr>
          <a:xfrm>
            <a:off x="1206100" y="3807645"/>
            <a:ext cx="7465202" cy="684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ContextView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Reactor Sequence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deferContextual( )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또는 </a:t>
            </a:r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transformDeferredContextual( 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통해서 제공된다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849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6" grpId="0" uiExpand="1" build="p"/>
      <p:bldP spid="6" grpId="0" uiExpand="1" build="p"/>
      <p:bldP spid="7" grpId="0" uiExpand="1" build="p"/>
      <p:bldP spid="8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5085</TotalTime>
  <Words>82</Words>
  <Application>Microsoft Office PowerPoint</Application>
  <PresentationFormat>화면 슬라이드 쇼(16:9)</PresentationFormat>
  <Paragraphs>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나눔스퀘어라운드 ExtraBold</vt:lpstr>
      <vt:lpstr>Encode Sans Semi Condensed Light</vt:lpstr>
      <vt:lpstr>Encode Sans Semi Condensed SemiBold</vt:lpstr>
      <vt:lpstr>Arial</vt:lpstr>
      <vt:lpstr>Ferdinand template</vt:lpstr>
      <vt:lpstr>Kevin의 알기 쉬운 </vt:lpstr>
      <vt:lpstr>Context란?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205</cp:revision>
  <dcterms:modified xsi:type="dcterms:W3CDTF">2022-12-05T08:20:27Z</dcterms:modified>
</cp:coreProperties>
</file>