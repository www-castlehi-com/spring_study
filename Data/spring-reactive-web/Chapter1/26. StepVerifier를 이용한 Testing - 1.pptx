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56" r:id="rId2"/>
    <p:sldId id="316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9832" autoAdjust="0"/>
  </p:normalViewPr>
  <p:slideViewPr>
    <p:cSldViewPr snapToGrid="0">
      <p:cViewPr varScale="1">
        <p:scale>
          <a:sx n="117" d="100"/>
          <a:sy n="117" d="100"/>
        </p:scale>
        <p:origin x="187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195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2838237"/>
            <a:ext cx="7465202" cy="4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verify() Operator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호출함으로써 전체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체인의 테스트를 트리거 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1398590"/>
            <a:ext cx="7465202" cy="66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ｏ로 선언된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체인을 구독 시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동작 방식을 테스트하기 위한 가장 일반적인 테스트 방식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2118414"/>
            <a:ext cx="7465202" cy="66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expectXXXX()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이용해서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상에서 예상되는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기대값을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assertion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9B2BC0B-A050-4E7F-A463-BBB0783B8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StepVerifier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이용한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 1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CFE79F0D-978E-48A5-9221-7546131A02BC}"/>
              </a:ext>
            </a:extLst>
          </p:cNvPr>
          <p:cNvSpPr txBox="1">
            <a:spLocks/>
          </p:cNvSpPr>
          <p:nvPr/>
        </p:nvSpPr>
        <p:spPr>
          <a:xfrm>
            <a:off x="1206100" y="3366945"/>
            <a:ext cx="7465202" cy="67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verifyXXXX()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이용해서 전체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체인의 테스트를 트리거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+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종료 또는 에러 이벤트 검증을 수행할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617BACFB-8479-4CC4-A158-339CBED90784}"/>
              </a:ext>
            </a:extLst>
          </p:cNvPr>
          <p:cNvSpPr txBox="1">
            <a:spLocks/>
          </p:cNvSpPr>
          <p:nvPr/>
        </p:nvSpPr>
        <p:spPr>
          <a:xfrm>
            <a:off x="1206100" y="4151382"/>
            <a:ext cx="7465202" cy="4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실제 수행되는 시간과 관련된 테스트를 수행할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0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 uiExpand="1" build="p"/>
      <p:bldP spid="6" grpId="0" uiExpand="1" build="p"/>
      <p:bldP spid="12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6363</TotalTime>
  <Words>87</Words>
  <Application>Microsoft Office PowerPoint</Application>
  <PresentationFormat>화면 슬라이드 쇼(16:9)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Arial</vt:lpstr>
      <vt:lpstr>Encode Sans Semi Condensed Light</vt:lpstr>
      <vt:lpstr>나눔스퀘어라운드 ExtraBold</vt:lpstr>
      <vt:lpstr>Ferdinand template</vt:lpstr>
      <vt:lpstr>Kevin의 알기 쉬운 </vt:lpstr>
      <vt:lpstr>StepVerifier를 이용한 Testing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257</cp:revision>
  <dcterms:modified xsi:type="dcterms:W3CDTF">2023-01-21T14:39:18Z</dcterms:modified>
</cp:coreProperties>
</file>