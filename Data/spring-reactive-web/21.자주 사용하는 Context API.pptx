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256" r:id="rId2"/>
    <p:sldId id="310" r:id="rId3"/>
    <p:sldId id="311" r:id="rId4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6"/>
    </p:embeddedFont>
    <p:embeddedFont>
      <p:font typeface="Encode Sans Semi Condensed Light" panose="020B0600000101010101" charset="0"/>
      <p:regular r:id="rId7"/>
      <p:bold r:id="rId8"/>
    </p:embeddedFont>
    <p:embeddedFont>
      <p:font typeface="Encode Sans Semi Condensed SemiBold" panose="00000706000000000000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73765" autoAdjust="0"/>
  </p:normalViewPr>
  <p:slideViewPr>
    <p:cSldViewPr snapToGrid="0">
      <p:cViewPr varScale="1">
        <p:scale>
          <a:sx n="111" d="100"/>
          <a:sy n="111" d="100"/>
        </p:scale>
        <p:origin x="205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28700" rtl="0" fontAlgn="ctr"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endParaRPr lang="ko-KR" altLang="ko-KR" sz="1800" b="0" i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650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17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Context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자주 사용되는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Context API</a:t>
            </a:r>
            <a:endParaRPr lang="ko-KR" altLang="en-US"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595918"/>
            <a:ext cx="7465202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put(key, value)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: key/value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형태로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Context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값을 쓴다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52DC9CBF-3133-467E-A7DE-44E4EB0047DD}"/>
              </a:ext>
            </a:extLst>
          </p:cNvPr>
          <p:cNvSpPr txBox="1">
            <a:spLocks/>
          </p:cNvSpPr>
          <p:nvPr/>
        </p:nvSpPr>
        <p:spPr>
          <a:xfrm>
            <a:off x="1206100" y="2173186"/>
            <a:ext cx="7465202" cy="700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Context.of(key1, value2, key2, value2, ...)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: key/value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형태로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Context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여러개의 값을 쓴다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B79B48AA-389A-48D0-8DAD-1E239429E7E4}"/>
              </a:ext>
            </a:extLst>
          </p:cNvPr>
          <p:cNvSpPr txBox="1">
            <a:spLocks/>
          </p:cNvSpPr>
          <p:nvPr/>
        </p:nvSpPr>
        <p:spPr>
          <a:xfrm>
            <a:off x="1206100" y="2991506"/>
            <a:ext cx="7465202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putAll(ContextView)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: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입력된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ContextView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merge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4" name="Google Shape;168;p16">
            <a:extLst>
              <a:ext uri="{FF2B5EF4-FFF2-40B4-BE49-F238E27FC236}">
                <a16:creationId xmlns:a16="http://schemas.microsoft.com/office/drawing/2014/main" id="{19198069-39D5-427A-A9E6-FBACA7C15C32}"/>
              </a:ext>
            </a:extLst>
          </p:cNvPr>
          <p:cNvSpPr txBox="1">
            <a:spLocks/>
          </p:cNvSpPr>
          <p:nvPr/>
        </p:nvSpPr>
        <p:spPr>
          <a:xfrm>
            <a:off x="1206100" y="3568774"/>
            <a:ext cx="7465202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delete(key)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: Context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해당하는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value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삭제한다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903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uiExpand="1" build="p"/>
      <p:bldP spid="10" grpId="0" uiExpand="1" build="p"/>
      <p:bldP spid="1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자주 사용되는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ContextView API</a:t>
            </a:r>
            <a:endParaRPr lang="ko-KR" altLang="en-US"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602016"/>
            <a:ext cx="7465202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get(key)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: </a:t>
            </a:r>
            <a:r>
              <a:rPr lang="en-US" altLang="ko-KR" sz="1600" b="1" dirty="0" err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ContextView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해당하는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value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반환한다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C15004A9-109F-49C4-995A-3E4809E6E283}"/>
              </a:ext>
            </a:extLst>
          </p:cNvPr>
          <p:cNvSpPr txBox="1">
            <a:spLocks/>
          </p:cNvSpPr>
          <p:nvPr/>
        </p:nvSpPr>
        <p:spPr>
          <a:xfrm>
            <a:off x="1206100" y="2035871"/>
            <a:ext cx="7465202" cy="65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 dirty="0" err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getOrEmpty</a:t>
            </a:r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(key)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: </a:t>
            </a:r>
            <a:r>
              <a:rPr lang="en-US" altLang="ko-KR" sz="1600" b="1" dirty="0" err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ContextView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해당하는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value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Optional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로 </a:t>
            </a:r>
            <a:r>
              <a:rPr lang="ko-KR" altLang="en-US" sz="1600" b="1" dirty="0" err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래핑해서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반환한다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3" name="Google Shape;168;p16">
            <a:extLst>
              <a:ext uri="{FF2B5EF4-FFF2-40B4-BE49-F238E27FC236}">
                <a16:creationId xmlns:a16="http://schemas.microsoft.com/office/drawing/2014/main" id="{6FBF6CD3-184D-467E-8DA5-9415D2365D4D}"/>
              </a:ext>
            </a:extLst>
          </p:cNvPr>
          <p:cNvSpPr txBox="1">
            <a:spLocks/>
          </p:cNvSpPr>
          <p:nvPr/>
        </p:nvSpPr>
        <p:spPr>
          <a:xfrm>
            <a:off x="1206100" y="2694237"/>
            <a:ext cx="7465202" cy="65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 dirty="0" err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getOrDefault</a:t>
            </a:r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(key, default value)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: </a:t>
            </a:r>
            <a:r>
              <a:rPr lang="en-US" altLang="ko-KR" sz="1600" b="1" dirty="0" err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ContextView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해당하는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value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가져온다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 key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해당하는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value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없으면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default value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가져온다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819439AC-9915-413C-B6DA-0960E2B8E07E}"/>
              </a:ext>
            </a:extLst>
          </p:cNvPr>
          <p:cNvSpPr txBox="1">
            <a:spLocks/>
          </p:cNvSpPr>
          <p:nvPr/>
        </p:nvSpPr>
        <p:spPr>
          <a:xfrm>
            <a:off x="1206100" y="3414083"/>
            <a:ext cx="7465202" cy="47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 dirty="0" err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hasKey</a:t>
            </a:r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(key)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: </a:t>
            </a:r>
            <a:r>
              <a:rPr lang="en-US" altLang="ko-KR" sz="1600" b="1" dirty="0" err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ContextView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특정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존재하는지를 확인한다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3C974AA-FBB6-4B5D-B20C-50D6C6D76FFB}"/>
              </a:ext>
            </a:extLst>
          </p:cNvPr>
          <p:cNvSpPr txBox="1">
            <a:spLocks/>
          </p:cNvSpPr>
          <p:nvPr/>
        </p:nvSpPr>
        <p:spPr>
          <a:xfrm>
            <a:off x="1206100" y="3891064"/>
            <a:ext cx="7465202" cy="47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 dirty="0" err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isEmpty</a:t>
            </a:r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()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: Context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</a:t>
            </a:r>
            <a:r>
              <a:rPr lang="ko-KR" altLang="en-US" sz="1600" b="1" dirty="0" err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비어있는지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확인한다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8" name="Google Shape;168;p16">
            <a:extLst>
              <a:ext uri="{FF2B5EF4-FFF2-40B4-BE49-F238E27FC236}">
                <a16:creationId xmlns:a16="http://schemas.microsoft.com/office/drawing/2014/main" id="{3DD01D3D-D613-40BC-B223-BFB8755E7AB7}"/>
              </a:ext>
            </a:extLst>
          </p:cNvPr>
          <p:cNvSpPr txBox="1">
            <a:spLocks/>
          </p:cNvSpPr>
          <p:nvPr/>
        </p:nvSpPr>
        <p:spPr>
          <a:xfrm>
            <a:off x="1206100" y="4368045"/>
            <a:ext cx="7465202" cy="47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size()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: Context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내에 있는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key/value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개수를 반환한다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754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2" grpId="0" uiExpand="1" build="p"/>
      <p:bldP spid="13" grpId="0" uiExpand="1" build="p"/>
      <p:bldP spid="6" grpId="0" uiExpand="1" build="p"/>
      <p:bldP spid="7" grpId="0" uiExpand="1" build="p"/>
      <p:bldP spid="8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4914</TotalTime>
  <Words>176</Words>
  <Application>Microsoft Office PowerPoint</Application>
  <PresentationFormat>화면 슬라이드 쇼(16:9)</PresentationFormat>
  <Paragraphs>15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나눔스퀘어라운드 ExtraBold</vt:lpstr>
      <vt:lpstr>Encode Sans Semi Condensed SemiBold</vt:lpstr>
      <vt:lpstr>Arial</vt:lpstr>
      <vt:lpstr>Encode Sans Semi Condensed Light</vt:lpstr>
      <vt:lpstr>Ferdinand template</vt:lpstr>
      <vt:lpstr>Kevin의 알기 쉬운 </vt:lpstr>
      <vt:lpstr>자주 사용되는 Context API</vt:lpstr>
      <vt:lpstr>자주 사용되는 ContextView 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203</cp:revision>
  <dcterms:modified xsi:type="dcterms:W3CDTF">2022-12-06T13:04:23Z</dcterms:modified>
</cp:coreProperties>
</file>