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297" r:id="rId3"/>
    <p:sldId id="284" r:id="rId4"/>
  </p:sldIdLst>
  <p:sldSz cx="9144000" cy="5143500" type="screen16x9"/>
  <p:notesSz cx="6858000" cy="9144000"/>
  <p:embeddedFontLst>
    <p:embeddedFont>
      <p:font typeface="나눔고딕 ExtraBold" panose="020B0600000101010101" charset="-127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9900"/>
    <a:srgbClr val="003399"/>
    <a:srgbClr val="0066FF"/>
    <a:srgbClr val="3333FF"/>
    <a:srgbClr val="6699FF"/>
    <a:srgbClr val="6666FF"/>
    <a:srgbClr val="0099FF"/>
    <a:srgbClr val="99CCFF"/>
    <a:srgbClr val="6DB3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7423" autoAdjust="0"/>
  </p:normalViewPr>
  <p:slideViewPr>
    <p:cSldViewPr snapToGrid="0">
      <p:cViewPr varScale="1">
        <p:scale>
          <a:sx n="99" d="100"/>
          <a:sy n="99" d="100"/>
        </p:scale>
        <p:origin x="238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435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Sinks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Sinks 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란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425650"/>
            <a:ext cx="7465202" cy="6547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Reactive Streams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발생하는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프로그래밍적으로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push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할 수 있는 기능을 가지고 있는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일종이다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96" name="Google Shape;168;p16">
            <a:extLst>
              <a:ext uri="{FF2B5EF4-FFF2-40B4-BE49-F238E27FC236}">
                <a16:creationId xmlns:a16="http://schemas.microsoft.com/office/drawing/2014/main" id="{162EBBDC-AC47-4789-957F-3C204B908853}"/>
              </a:ext>
            </a:extLst>
          </p:cNvPr>
          <p:cNvSpPr txBox="1">
            <a:spLocks/>
          </p:cNvSpPr>
          <p:nvPr/>
        </p:nvSpPr>
        <p:spPr>
          <a:xfrm>
            <a:off x="1206100" y="2216336"/>
            <a:ext cx="7465202" cy="44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Thread-Safe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하지 않을 수 있는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Processor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보다 더 나은 대안이 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755A5A55-07B7-4FAC-9DA7-D5D72CA3B1CE}"/>
              </a:ext>
            </a:extLst>
          </p:cNvPr>
          <p:cNvSpPr txBox="1">
            <a:spLocks/>
          </p:cNvSpPr>
          <p:nvPr/>
        </p:nvSpPr>
        <p:spPr>
          <a:xfrm>
            <a:off x="1206100" y="2801940"/>
            <a:ext cx="7465202" cy="44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Sinks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Thread-Safe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하게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발생 시킨다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041E9D14-1CD5-4561-A1EC-08C41394C833}"/>
              </a:ext>
            </a:extLst>
          </p:cNvPr>
          <p:cNvSpPr txBox="1">
            <a:spLocks/>
          </p:cNvSpPr>
          <p:nvPr/>
        </p:nvSpPr>
        <p:spPr>
          <a:xfrm>
            <a:off x="1206100" y="3387544"/>
            <a:ext cx="7465202" cy="72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Sinks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Sinks.Many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Sinks.One interface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사용해서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Thread-Safe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하게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signal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발생 시킨다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84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6" grpId="0" uiExpand="1" build="p"/>
      <p:bldP spid="5" grpId="0" uiExpand="1" build="p"/>
      <p:bldP spid="6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Scheduler 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</TotalTime>
  <Words>89</Words>
  <Application>Microsoft Office PowerPoint</Application>
  <PresentationFormat>화면 슬라이드 쇼(16:9)</PresentationFormat>
  <Paragraphs>12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나눔스퀘어라운드 ExtraBold</vt:lpstr>
      <vt:lpstr>Encode Sans Semi Condensed Light</vt:lpstr>
      <vt:lpstr>Encode Sans Semi Condensed SemiBold</vt:lpstr>
      <vt:lpstr>나눔고딕 ExtraBold</vt:lpstr>
      <vt:lpstr>Arial</vt:lpstr>
      <vt:lpstr>Ferdinand template</vt:lpstr>
      <vt:lpstr>Kevin의 알기 쉬운 </vt:lpstr>
      <vt:lpstr>Sinks 란?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154</cp:revision>
  <dcterms:modified xsi:type="dcterms:W3CDTF">2023-05-04T12:49:15Z</dcterms:modified>
</cp:coreProperties>
</file>