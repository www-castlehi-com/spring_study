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98" r:id="rId3"/>
    <p:sldId id="299" r:id="rId4"/>
    <p:sldId id="300" r:id="rId5"/>
    <p:sldId id="301" r:id="rId6"/>
    <p:sldId id="304" r:id="rId7"/>
    <p:sldId id="305" r:id="rId8"/>
  </p:sldIdLst>
  <p:sldSz cx="9144000" cy="5143500" type="screen16x9"/>
  <p:notesSz cx="6858000" cy="9144000"/>
  <p:embeddedFontLst>
    <p:embeddedFont>
      <p:font typeface="나눔바른고딕" panose="020B0600000101010101" charset="-127"/>
      <p:regular r:id="rId10"/>
      <p:bold r:id="rId11"/>
    </p:embeddedFont>
    <p:embeddedFont>
      <p:font typeface="나눔스퀘어라운드 ExtraBold" panose="020B0600000101010101" charset="-127"/>
      <p:bold r:id="rId12"/>
    </p:embeddedFont>
    <p:embeddedFont>
      <p:font typeface="Encode Sans Semi Condensed Light" panose="020B0600000101010101" charset="0"/>
      <p:regular r:id="rId13"/>
      <p:bold r:id="rId14"/>
    </p:embeddedFont>
    <p:embeddedFont>
      <p:font typeface="Encode Sans Semi Condensed SemiBold" panose="00000706000000000000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66479" autoAdjust="0"/>
  </p:normalViewPr>
  <p:slideViewPr>
    <p:cSldViewPr snapToGrid="0">
      <p:cViewPr varScale="1">
        <p:scale>
          <a:sx n="104" d="100"/>
          <a:sy n="104" d="100"/>
        </p:scale>
        <p:origin x="226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20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979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832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320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03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90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 </a:t>
            </a:r>
            <a:r>
              <a:rPr lang="ko-KR" altLang="en-US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이해하기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()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()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</a:t>
            </a:r>
            <a:r>
              <a:rPr lang="ko-KR" altLang="en-US" sz="2400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endParaRPr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37161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최초의 쓰레드는 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subscribe( )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호출되는 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scope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있는 쓰레드이다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3B30688-6CDB-462D-97C3-AB890BD2C352}"/>
              </a:ext>
            </a:extLst>
          </p:cNvPr>
          <p:cNvGrpSpPr/>
          <p:nvPr/>
        </p:nvGrpSpPr>
        <p:grpSpPr>
          <a:xfrm>
            <a:off x="2259549" y="1987024"/>
            <a:ext cx="4344977" cy="2649583"/>
            <a:chOff x="2259549" y="1987024"/>
            <a:chExt cx="4344977" cy="2649583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91D51F7-88FF-4300-B417-FD8E670BDC86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3070DD-53BF-45B7-A588-20303818DAC5}"/>
                </a:ext>
              </a:extLst>
            </p:cNvPr>
            <p:cNvSpPr/>
            <p:nvPr/>
          </p:nvSpPr>
          <p:spPr>
            <a:xfrm>
              <a:off x="2259549" y="2764148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8399109-87E7-4326-89C4-82680244A853}"/>
                </a:ext>
              </a:extLst>
            </p:cNvPr>
            <p:cNvSpPr/>
            <p:nvPr/>
          </p:nvSpPr>
          <p:spPr>
            <a:xfrm>
              <a:off x="2259549" y="3546489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F05D46-37D0-44D0-A92B-F8D10860E43B}"/>
                </a:ext>
              </a:extLst>
            </p:cNvPr>
            <p:cNvSpPr/>
            <p:nvPr/>
          </p:nvSpPr>
          <p:spPr>
            <a:xfrm>
              <a:off x="2259549" y="4328830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E2F48EBA-0830-498F-B90F-798B656F2796}"/>
                </a:ext>
              </a:extLst>
            </p:cNvPr>
            <p:cNvCxnSpPr>
              <a:cxnSpLocks/>
              <a:stCxn id="2" idx="2"/>
              <a:endCxn id="10" idx="0"/>
            </p:cNvCxnSpPr>
            <p:nvPr/>
          </p:nvCxnSpPr>
          <p:spPr>
            <a:xfrm>
              <a:off x="4432038" y="2294801"/>
              <a:ext cx="0" cy="4693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BB26B364-15B6-45B6-B90B-4637B4D69C87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4432038" y="3071925"/>
              <a:ext cx="0" cy="4745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89F5F51C-814B-454F-B5CB-7DE6F99BA947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4432038" y="3854266"/>
              <a:ext cx="0" cy="4745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651E1C3-8D71-4247-A6FA-457E1D7594DC}"/>
              </a:ext>
            </a:extLst>
          </p:cNvPr>
          <p:cNvGrpSpPr/>
          <p:nvPr/>
        </p:nvGrpSpPr>
        <p:grpSpPr>
          <a:xfrm>
            <a:off x="6673850" y="2018944"/>
            <a:ext cx="1181734" cy="2649583"/>
            <a:chOff x="6673850" y="2018944"/>
            <a:chExt cx="1181734" cy="264958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35E59B-0361-48D3-99E9-7267FDEE4650}"/>
                </a:ext>
              </a:extLst>
            </p:cNvPr>
            <p:cNvSpPr txBox="1"/>
            <p:nvPr/>
          </p:nvSpPr>
          <p:spPr>
            <a:xfrm>
              <a:off x="6673850" y="2018944"/>
              <a:ext cx="1181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main</a:t>
              </a:r>
              <a:r>
                <a:rPr lang="ko-KR" altLang="en-US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thread</a:t>
              </a:r>
              <a:endParaRPr lang="ko-KR" altLang="en-US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CDA1712-883F-414B-B3D2-608475BA2646}"/>
                </a:ext>
              </a:extLst>
            </p:cNvPr>
            <p:cNvSpPr txBox="1"/>
            <p:nvPr/>
          </p:nvSpPr>
          <p:spPr>
            <a:xfrm>
              <a:off x="6673850" y="2796068"/>
              <a:ext cx="1181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main</a:t>
              </a:r>
              <a:r>
                <a:rPr lang="ko-KR" altLang="en-US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thread</a:t>
              </a:r>
              <a:endParaRPr lang="ko-KR" altLang="en-US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31EA35-9DD9-4093-8061-92BAA390C022}"/>
                </a:ext>
              </a:extLst>
            </p:cNvPr>
            <p:cNvSpPr txBox="1"/>
            <p:nvPr/>
          </p:nvSpPr>
          <p:spPr>
            <a:xfrm>
              <a:off x="6673850" y="3578409"/>
              <a:ext cx="1181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main</a:t>
              </a:r>
              <a:r>
                <a:rPr lang="ko-KR" altLang="en-US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thread</a:t>
              </a:r>
              <a:endParaRPr lang="ko-KR" altLang="en-US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F99807-BF64-45EF-935F-FE9142CA51DB}"/>
                </a:ext>
              </a:extLst>
            </p:cNvPr>
            <p:cNvSpPr txBox="1"/>
            <p:nvPr/>
          </p:nvSpPr>
          <p:spPr>
            <a:xfrm>
              <a:off x="6673850" y="4360750"/>
              <a:ext cx="1181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main</a:t>
              </a:r>
              <a:r>
                <a:rPr lang="ko-KR" altLang="en-US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>
                  <a:solidFill>
                    <a:srgbClr val="0070C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thread</a:t>
              </a:r>
              <a:endParaRPr lang="ko-KR" altLang="en-US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986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535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</a:t>
            </a:r>
            <a:r>
              <a:rPr lang="en-US" altLang="ko-KR" sz="1200" b="1" dirty="0" err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호출되면 </a:t>
            </a:r>
            <a:r>
              <a:rPr lang="en-US" altLang="ko-KR" sz="1200" b="1" dirty="0" err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 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호출 이후의 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체인은 다음 </a:t>
            </a:r>
            <a:r>
              <a:rPr lang="en-US" altLang="ko-KR" sz="1200" b="1" dirty="0" err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만나기전까지 </a:t>
            </a:r>
            <a:r>
              <a:rPr lang="en-US" altLang="ko-KR" sz="1200" b="1" dirty="0" err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Thread</a:t>
            </a:r>
            <a:r>
              <a:rPr lang="ko-KR" altLang="en-US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실행이 된다</a:t>
            </a:r>
            <a:r>
              <a:rPr lang="en-US" altLang="ko-KR" sz="1200" b="1" dirty="0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35E59B-0361-48D3-99E9-7267FDEE4650}"/>
              </a:ext>
            </a:extLst>
          </p:cNvPr>
          <p:cNvSpPr txBox="1"/>
          <p:nvPr/>
        </p:nvSpPr>
        <p:spPr>
          <a:xfrm>
            <a:off x="6673852" y="2018944"/>
            <a:ext cx="1181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main thread</a:t>
            </a:r>
            <a:endParaRPr lang="ko-KR" altLang="en-US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31EA35-9DD9-4093-8061-92BAA390C022}"/>
              </a:ext>
            </a:extLst>
          </p:cNvPr>
          <p:cNvSpPr txBox="1"/>
          <p:nvPr/>
        </p:nvSpPr>
        <p:spPr>
          <a:xfrm>
            <a:off x="6801288" y="3157928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F99807-BF64-45EF-935F-FE9142CA51DB}"/>
              </a:ext>
            </a:extLst>
          </p:cNvPr>
          <p:cNvSpPr txBox="1"/>
          <p:nvPr/>
        </p:nvSpPr>
        <p:spPr>
          <a:xfrm>
            <a:off x="6821325" y="4360750"/>
            <a:ext cx="886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CD3D31-8C3D-4488-BC48-2898E90438E1}"/>
              </a:ext>
            </a:extLst>
          </p:cNvPr>
          <p:cNvSpPr txBox="1"/>
          <p:nvPr/>
        </p:nvSpPr>
        <p:spPr>
          <a:xfrm>
            <a:off x="6821325" y="3743380"/>
            <a:ext cx="886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416CC67-D9E4-416A-B7BB-F186BD51C205}"/>
              </a:ext>
            </a:extLst>
          </p:cNvPr>
          <p:cNvGrpSpPr/>
          <p:nvPr/>
        </p:nvGrpSpPr>
        <p:grpSpPr>
          <a:xfrm>
            <a:off x="2259549" y="1987024"/>
            <a:ext cx="4344977" cy="2649583"/>
            <a:chOff x="2259549" y="1987024"/>
            <a:chExt cx="4344977" cy="264958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3526083-DC57-426E-82E2-BE59289D0DE6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A0F4955-2EEC-4D9A-BE87-B14DE987942C}"/>
                </a:ext>
              </a:extLst>
            </p:cNvPr>
            <p:cNvSpPr/>
            <p:nvPr/>
          </p:nvSpPr>
          <p:spPr>
            <a:xfrm>
              <a:off x="2259549" y="3157928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76AFF9B-22CA-4861-B7EA-19AA66233A6D}"/>
                </a:ext>
              </a:extLst>
            </p:cNvPr>
            <p:cNvSpPr/>
            <p:nvPr/>
          </p:nvSpPr>
          <p:spPr>
            <a:xfrm>
              <a:off x="2259549" y="3743380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7F85E29-8488-4BB5-A88E-99A11CD249FC}"/>
                </a:ext>
              </a:extLst>
            </p:cNvPr>
            <p:cNvSpPr/>
            <p:nvPr/>
          </p:nvSpPr>
          <p:spPr>
            <a:xfrm>
              <a:off x="2259549" y="4328830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6393FFD9-D237-4167-827A-555BC3A91778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4432038" y="3465705"/>
              <a:ext cx="0" cy="2776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9CCD4841-6EEB-47DB-9879-5F8D7B01826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4432038" y="4051157"/>
              <a:ext cx="0" cy="2776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2162BE7-627D-4A7C-AD06-2F416DCABB28}"/>
                </a:ext>
              </a:extLst>
            </p:cNvPr>
            <p:cNvSpPr/>
            <p:nvPr/>
          </p:nvSpPr>
          <p:spPr>
            <a:xfrm>
              <a:off x="2259549" y="2572476"/>
              <a:ext cx="4344977" cy="30777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.publishOn(...)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E798074-5B5C-4AFB-BA4F-519F22D711DF}"/>
                </a:ext>
              </a:extLst>
            </p:cNvPr>
            <p:cNvCxnSpPr>
              <a:cxnSpLocks/>
              <a:stCxn id="25" idx="2"/>
              <a:endCxn id="32" idx="0"/>
            </p:cNvCxnSpPr>
            <p:nvPr/>
          </p:nvCxnSpPr>
          <p:spPr>
            <a:xfrm>
              <a:off x="4432038" y="2294801"/>
              <a:ext cx="0" cy="2776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29D43E28-CDA9-4750-A596-3A1FDF55D33C}"/>
                </a:ext>
              </a:extLst>
            </p:cNvPr>
            <p:cNvCxnSpPr>
              <a:cxnSpLocks/>
              <a:stCxn id="32" idx="2"/>
              <a:endCxn id="26" idx="0"/>
            </p:cNvCxnSpPr>
            <p:nvPr/>
          </p:nvCxnSpPr>
          <p:spPr>
            <a:xfrm>
              <a:off x="4432038" y="2880253"/>
              <a:ext cx="0" cy="2776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Google Shape;167;p16">
            <a:extLst>
              <a:ext uri="{FF2B5EF4-FFF2-40B4-BE49-F238E27FC236}">
                <a16:creationId xmlns:a16="http://schemas.microsoft.com/office/drawing/2014/main" id="{813D79B2-3F51-4CD4-913E-8D139810B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 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545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3" grpId="0"/>
      <p:bldP spid="2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 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동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535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호출되면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호출 이후의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체인은 </a:t>
            </a:r>
            <a:r>
              <a:rPr lang="ko-KR" altLang="en-US" sz="12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다음 </a:t>
            </a:r>
            <a:r>
              <a:rPr lang="en-US" altLang="ko-KR" sz="12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publisherOn( )</a:t>
            </a:r>
            <a:r>
              <a:rPr lang="ko-KR" altLang="en-US" sz="12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만나기전까지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Thread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실행이 된다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35E59B-0361-48D3-99E9-7267FDEE4650}"/>
              </a:ext>
            </a:extLst>
          </p:cNvPr>
          <p:cNvSpPr txBox="1"/>
          <p:nvPr/>
        </p:nvSpPr>
        <p:spPr>
          <a:xfrm>
            <a:off x="6653815" y="1987242"/>
            <a:ext cx="1221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main thread </a:t>
            </a:r>
            <a:endParaRPr lang="ko-KR" altLang="en-US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31EA35-9DD9-4093-8061-92BAA390C022}"/>
              </a:ext>
            </a:extLst>
          </p:cNvPr>
          <p:cNvSpPr txBox="1"/>
          <p:nvPr/>
        </p:nvSpPr>
        <p:spPr>
          <a:xfrm>
            <a:off x="6801288" y="3106463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F99807-BF64-45EF-935F-FE9142CA51DB}"/>
              </a:ext>
            </a:extLst>
          </p:cNvPr>
          <p:cNvSpPr txBox="1"/>
          <p:nvPr/>
        </p:nvSpPr>
        <p:spPr>
          <a:xfrm>
            <a:off x="6822930" y="4166972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416CC67-D9E4-416A-B7BB-F186BD51C205}"/>
              </a:ext>
            </a:extLst>
          </p:cNvPr>
          <p:cNvGrpSpPr/>
          <p:nvPr/>
        </p:nvGrpSpPr>
        <p:grpSpPr>
          <a:xfrm>
            <a:off x="2259549" y="1987024"/>
            <a:ext cx="4344977" cy="3032714"/>
            <a:chOff x="2259549" y="1987024"/>
            <a:chExt cx="4344977" cy="303271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3526083-DC57-426E-82E2-BE59289D0DE6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A0F4955-2EEC-4D9A-BE87-B14DE987942C}"/>
                </a:ext>
              </a:extLst>
            </p:cNvPr>
            <p:cNvSpPr/>
            <p:nvPr/>
          </p:nvSpPr>
          <p:spPr>
            <a:xfrm>
              <a:off x="2259549" y="3076998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76AFF9B-22CA-4861-B7EA-19AA66233A6D}"/>
                </a:ext>
              </a:extLst>
            </p:cNvPr>
            <p:cNvSpPr/>
            <p:nvPr/>
          </p:nvSpPr>
          <p:spPr>
            <a:xfrm>
              <a:off x="2259549" y="4166972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7F85E29-8488-4BB5-A88E-99A11CD249FC}"/>
                </a:ext>
              </a:extLst>
            </p:cNvPr>
            <p:cNvSpPr/>
            <p:nvPr/>
          </p:nvSpPr>
          <p:spPr>
            <a:xfrm>
              <a:off x="2259549" y="4711961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6393FFD9-D237-4167-827A-555BC3A91778}"/>
                </a:ext>
              </a:extLst>
            </p:cNvPr>
            <p:cNvCxnSpPr>
              <a:cxnSpLocks/>
              <a:stCxn id="26" idx="2"/>
              <a:endCxn id="29" idx="0"/>
            </p:cNvCxnSpPr>
            <p:nvPr/>
          </p:nvCxnSpPr>
          <p:spPr>
            <a:xfrm>
              <a:off x="4432038" y="3384775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9CCD4841-6EEB-47DB-9879-5F8D7B01826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4432038" y="4474749"/>
              <a:ext cx="0" cy="237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2162BE7-627D-4A7C-AD06-2F416DCABB28}"/>
                </a:ext>
              </a:extLst>
            </p:cNvPr>
            <p:cNvSpPr/>
            <p:nvPr/>
          </p:nvSpPr>
          <p:spPr>
            <a:xfrm>
              <a:off x="2259549" y="2532011"/>
              <a:ext cx="4344977" cy="30777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.publishOn(...)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E798074-5B5C-4AFB-BA4F-519F22D711DF}"/>
                </a:ext>
              </a:extLst>
            </p:cNvPr>
            <p:cNvCxnSpPr>
              <a:cxnSpLocks/>
              <a:stCxn id="25" idx="2"/>
              <a:endCxn id="32" idx="0"/>
            </p:cNvCxnSpPr>
            <p:nvPr/>
          </p:nvCxnSpPr>
          <p:spPr>
            <a:xfrm>
              <a:off x="4432038" y="2294801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29D43E28-CDA9-4750-A596-3A1FDF55D33C}"/>
                </a:ext>
              </a:extLst>
            </p:cNvPr>
            <p:cNvCxnSpPr>
              <a:cxnSpLocks/>
              <a:stCxn id="32" idx="2"/>
              <a:endCxn id="26" idx="0"/>
            </p:cNvCxnSpPr>
            <p:nvPr/>
          </p:nvCxnSpPr>
          <p:spPr>
            <a:xfrm>
              <a:off x="4432038" y="2839788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D9BA956-3974-44DD-A3E7-33D2FE4EFE5A}"/>
                </a:ext>
              </a:extLst>
            </p:cNvPr>
            <p:cNvSpPr/>
            <p:nvPr/>
          </p:nvSpPr>
          <p:spPr>
            <a:xfrm>
              <a:off x="2259549" y="3621985"/>
              <a:ext cx="4344977" cy="30777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.publishOn(...)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06784015-B4FF-44B8-AA06-6D9FD6EA0F3B}"/>
                </a:ext>
              </a:extLst>
            </p:cNvPr>
            <p:cNvCxnSpPr>
              <a:cxnSpLocks/>
              <a:stCxn id="29" idx="2"/>
              <a:endCxn id="27" idx="0"/>
            </p:cNvCxnSpPr>
            <p:nvPr/>
          </p:nvCxnSpPr>
          <p:spPr>
            <a:xfrm>
              <a:off x="4432038" y="3929762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ED84326-B5F6-418C-B263-82D16B23FCD3}"/>
              </a:ext>
            </a:extLst>
          </p:cNvPr>
          <p:cNvSpPr txBox="1"/>
          <p:nvPr/>
        </p:nvSpPr>
        <p:spPr>
          <a:xfrm>
            <a:off x="6822929" y="4711961"/>
            <a:ext cx="883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053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3" grpId="0"/>
      <p:bldP spid="24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 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535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은 최상위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 Upstream Publisher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실행 쓰레드를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subscribe( )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호출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scope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쓰레드에서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쓰레드로 바꾼다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48EF9D1-AB58-4964-92F6-A84A89513CE9}"/>
              </a:ext>
            </a:extLst>
          </p:cNvPr>
          <p:cNvGrpSpPr/>
          <p:nvPr/>
        </p:nvGrpSpPr>
        <p:grpSpPr>
          <a:xfrm>
            <a:off x="2259549" y="1987024"/>
            <a:ext cx="4344977" cy="3032714"/>
            <a:chOff x="2259549" y="1987024"/>
            <a:chExt cx="4344977" cy="303271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1BC5A52-53F7-4B9F-9587-E07092A4CCAA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4DB074-4E1D-4E74-8D15-A4C8DF2F8876}"/>
                </a:ext>
              </a:extLst>
            </p:cNvPr>
            <p:cNvSpPr/>
            <p:nvPr/>
          </p:nvSpPr>
          <p:spPr>
            <a:xfrm>
              <a:off x="2259549" y="3349492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6701AA8-1550-4980-9EAB-F0DD6A53C6C0}"/>
                </a:ext>
              </a:extLst>
            </p:cNvPr>
            <p:cNvSpPr/>
            <p:nvPr/>
          </p:nvSpPr>
          <p:spPr>
            <a:xfrm>
              <a:off x="2259549" y="4030726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C152734-296C-47FD-B131-05D622A6FFCB}"/>
                </a:ext>
              </a:extLst>
            </p:cNvPr>
            <p:cNvSpPr/>
            <p:nvPr/>
          </p:nvSpPr>
          <p:spPr>
            <a:xfrm>
              <a:off x="2259549" y="4711961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22AED8A-711A-4889-8925-BEF76B29F3AF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4432038" y="4338503"/>
              <a:ext cx="0" cy="373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117CCF8-1E7B-4514-B31A-CA250D465103}"/>
                </a:ext>
              </a:extLst>
            </p:cNvPr>
            <p:cNvSpPr/>
            <p:nvPr/>
          </p:nvSpPr>
          <p:spPr>
            <a:xfrm>
              <a:off x="2259549" y="2668258"/>
              <a:ext cx="4344977" cy="307777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658133D-7C1D-463C-99D1-18AF53187142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4432038" y="2294801"/>
              <a:ext cx="0" cy="3734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D6C29A45-28D4-4708-AB40-DE09AD21FA32}"/>
                </a:ext>
              </a:extLst>
            </p:cNvPr>
            <p:cNvCxnSpPr>
              <a:cxnSpLocks/>
              <a:stCxn id="11" idx="2"/>
              <a:endCxn id="6" idx="0"/>
            </p:cNvCxnSpPr>
            <p:nvPr/>
          </p:nvCxnSpPr>
          <p:spPr>
            <a:xfrm>
              <a:off x="4432038" y="2976035"/>
              <a:ext cx="0" cy="3734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CDEF528-E32B-46A9-BD58-655804A7CBAB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4432038" y="3657269"/>
              <a:ext cx="0" cy="3734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71CCD4C-3A6E-4134-9254-C41ECA4C4B90}"/>
              </a:ext>
            </a:extLst>
          </p:cNvPr>
          <p:cNvSpPr txBox="1"/>
          <p:nvPr/>
        </p:nvSpPr>
        <p:spPr>
          <a:xfrm>
            <a:off x="6801288" y="1987024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6B9A70-E42C-40F0-BE30-6543BDA1304A}"/>
              </a:ext>
            </a:extLst>
          </p:cNvPr>
          <p:cNvSpPr txBox="1"/>
          <p:nvPr/>
        </p:nvSpPr>
        <p:spPr>
          <a:xfrm>
            <a:off x="6801288" y="3351642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D14E15-56A8-4E6A-B33C-20B05C5FA5D1}"/>
              </a:ext>
            </a:extLst>
          </p:cNvPr>
          <p:cNvSpPr txBox="1"/>
          <p:nvPr/>
        </p:nvSpPr>
        <p:spPr>
          <a:xfrm>
            <a:off x="6801288" y="4030395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17EE6-2C06-4ADA-8350-CAED1A9E071A}"/>
              </a:ext>
            </a:extLst>
          </p:cNvPr>
          <p:cNvSpPr txBox="1"/>
          <p:nvPr/>
        </p:nvSpPr>
        <p:spPr>
          <a:xfrm>
            <a:off x="6801288" y="4711961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53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 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5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7815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같이 있다면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, 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만나기 전 까지의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Operator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체인은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쓰레드에서 실행되고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, 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만날때마다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아래의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은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쓰레드에서 실행된다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596CB4D-4A5A-42C5-BBE2-20329A58F1FA}"/>
              </a:ext>
            </a:extLst>
          </p:cNvPr>
          <p:cNvGrpSpPr/>
          <p:nvPr/>
        </p:nvGrpSpPr>
        <p:grpSpPr>
          <a:xfrm>
            <a:off x="2259549" y="2049517"/>
            <a:ext cx="4344977" cy="3032714"/>
            <a:chOff x="2259549" y="1987024"/>
            <a:chExt cx="4344977" cy="303271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CCF8785-15B2-4BF7-934A-097C2395A48E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120AF07-98B4-484A-AB21-A5AD85AA76F8}"/>
                </a:ext>
              </a:extLst>
            </p:cNvPr>
            <p:cNvSpPr/>
            <p:nvPr/>
          </p:nvSpPr>
          <p:spPr>
            <a:xfrm>
              <a:off x="2259549" y="3076998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5FAC60F-C37B-4223-8657-15427D556CC3}"/>
                </a:ext>
              </a:extLst>
            </p:cNvPr>
            <p:cNvSpPr/>
            <p:nvPr/>
          </p:nvSpPr>
          <p:spPr>
            <a:xfrm>
              <a:off x="2259549" y="4166972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0D221DA-32F3-4CFE-A2D0-A7AAD8AE3BEE}"/>
                </a:ext>
              </a:extLst>
            </p:cNvPr>
            <p:cNvSpPr/>
            <p:nvPr/>
          </p:nvSpPr>
          <p:spPr>
            <a:xfrm>
              <a:off x="2259549" y="4711961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5F9554C8-5C93-429D-93E8-F942947CC165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>
              <a:off x="4432038" y="3384775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57AD4B4B-A04C-4329-8D77-7383968033A1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4432038" y="4474749"/>
              <a:ext cx="0" cy="237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AF5ADE4-5DBE-4361-94EF-CDFA7A1AD885}"/>
                </a:ext>
              </a:extLst>
            </p:cNvPr>
            <p:cNvSpPr/>
            <p:nvPr/>
          </p:nvSpPr>
          <p:spPr>
            <a:xfrm>
              <a:off x="2259549" y="2532011"/>
              <a:ext cx="4344977" cy="307777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9B1E298-8D51-428D-98FC-2EC2F10400F8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4432038" y="2294801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1D687AED-7948-4F2A-BA6C-C74A372048B9}"/>
                </a:ext>
              </a:extLst>
            </p:cNvPr>
            <p:cNvCxnSpPr>
              <a:cxnSpLocks/>
              <a:stCxn id="11" idx="2"/>
              <a:endCxn id="6" idx="0"/>
            </p:cNvCxnSpPr>
            <p:nvPr/>
          </p:nvCxnSpPr>
          <p:spPr>
            <a:xfrm>
              <a:off x="4432038" y="2839788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CD33671-FC57-4189-B2B9-915C8D9A6465}"/>
                </a:ext>
              </a:extLst>
            </p:cNvPr>
            <p:cNvSpPr/>
            <p:nvPr/>
          </p:nvSpPr>
          <p:spPr>
            <a:xfrm>
              <a:off x="2259549" y="3621985"/>
              <a:ext cx="4344977" cy="30777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.publishOn(...)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3DB3E5B-5E9F-47D2-A7EC-BF0E238B370D}"/>
                </a:ext>
              </a:extLst>
            </p:cNvPr>
            <p:cNvCxnSpPr>
              <a:cxnSpLocks/>
              <a:stCxn id="14" idx="2"/>
              <a:endCxn id="7" idx="0"/>
            </p:cNvCxnSpPr>
            <p:nvPr/>
          </p:nvCxnSpPr>
          <p:spPr>
            <a:xfrm>
              <a:off x="4432038" y="3929762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57C79ED-C612-443A-A897-142E67ECB4A8}"/>
              </a:ext>
            </a:extLst>
          </p:cNvPr>
          <p:cNvSpPr txBox="1"/>
          <p:nvPr/>
        </p:nvSpPr>
        <p:spPr>
          <a:xfrm>
            <a:off x="6801288" y="2049516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29BC8B-00E2-4785-8349-1BC210FF9D4C}"/>
              </a:ext>
            </a:extLst>
          </p:cNvPr>
          <p:cNvSpPr txBox="1"/>
          <p:nvPr/>
        </p:nvSpPr>
        <p:spPr>
          <a:xfrm>
            <a:off x="6822930" y="4229465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8C10E9-5029-4EBE-AE2D-77F84771ED31}"/>
              </a:ext>
            </a:extLst>
          </p:cNvPr>
          <p:cNvSpPr txBox="1"/>
          <p:nvPr/>
        </p:nvSpPr>
        <p:spPr>
          <a:xfrm>
            <a:off x="6822929" y="4774454"/>
            <a:ext cx="883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A6E87-37B5-4ACE-A8ED-5CD39E9A0F60}"/>
              </a:ext>
            </a:extLst>
          </p:cNvPr>
          <p:cNvSpPr txBox="1"/>
          <p:nvPr/>
        </p:nvSpPr>
        <p:spPr>
          <a:xfrm>
            <a:off x="6801288" y="3139491"/>
            <a:ext cx="926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735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publishOn()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subscribeOn ()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이해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6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67995"/>
            <a:ext cx="7465202" cy="54430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publishOn()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뒤에 위치하든 상관없이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 publishOn(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만나기 전 까지의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Operator 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체인은 </a:t>
            </a:r>
            <a:r>
              <a:rPr lang="en-US" altLang="ko-KR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subscribeOn( )</a:t>
            </a:r>
            <a:r>
              <a:rPr lang="ko-KR" altLang="en-US" sz="12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지정한 쓰레드에서 실행된다</a:t>
            </a:r>
            <a:endParaRPr lang="en-US" altLang="ko-KR" sz="1200" b="1">
              <a:solidFill>
                <a:schemeClr val="tx1"/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00C58C0-83DE-4C9D-803A-9B124B9EAC43}"/>
              </a:ext>
            </a:extLst>
          </p:cNvPr>
          <p:cNvGrpSpPr/>
          <p:nvPr/>
        </p:nvGrpSpPr>
        <p:grpSpPr>
          <a:xfrm>
            <a:off x="2259549" y="2049517"/>
            <a:ext cx="4344977" cy="3032714"/>
            <a:chOff x="2259549" y="1987024"/>
            <a:chExt cx="4344977" cy="303271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C23CE70-A3FA-4B8F-BC1A-15337869D8F1}"/>
                </a:ext>
              </a:extLst>
            </p:cNvPr>
            <p:cNvSpPr/>
            <p:nvPr/>
          </p:nvSpPr>
          <p:spPr>
            <a:xfrm>
              <a:off x="2259549" y="1987024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Flux.fromArray(...)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A7BDD02-B108-45C0-8EAF-F27FBEC66FBB}"/>
                </a:ext>
              </a:extLst>
            </p:cNvPr>
            <p:cNvSpPr/>
            <p:nvPr/>
          </p:nvSpPr>
          <p:spPr>
            <a:xfrm>
              <a:off x="2259549" y="3076998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.filter(...)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7BE294-1118-46ED-AB84-A6A0B53D7657}"/>
                </a:ext>
              </a:extLst>
            </p:cNvPr>
            <p:cNvSpPr/>
            <p:nvPr/>
          </p:nvSpPr>
          <p:spPr>
            <a:xfrm>
              <a:off x="2259549" y="4166972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.map(...)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87D4D06-1EFC-48D8-A01D-B91952B2752B}"/>
                </a:ext>
              </a:extLst>
            </p:cNvPr>
            <p:cNvSpPr/>
            <p:nvPr/>
          </p:nvSpPr>
          <p:spPr>
            <a:xfrm>
              <a:off x="2259549" y="4711961"/>
              <a:ext cx="4344977" cy="30777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847CF1F2-3105-45F4-B3A5-B1DFBA08E466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>
              <a:off x="4432038" y="3384775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E1AD76E-50EA-4A54-92AE-F43AFA67543D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4432038" y="4474749"/>
              <a:ext cx="0" cy="237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7A1A4E9-2FCA-4058-816B-04616FFE64B9}"/>
                </a:ext>
              </a:extLst>
            </p:cNvPr>
            <p:cNvSpPr/>
            <p:nvPr/>
          </p:nvSpPr>
          <p:spPr>
            <a:xfrm>
              <a:off x="2259549" y="2532011"/>
              <a:ext cx="4344977" cy="30777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.publishOn(...)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D945B29E-A08B-4FB8-B851-AC009797E278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4432038" y="2294801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76D9C723-7A17-40F2-A378-8683CBEA4846}"/>
                </a:ext>
              </a:extLst>
            </p:cNvPr>
            <p:cNvCxnSpPr>
              <a:cxnSpLocks/>
              <a:stCxn id="11" idx="2"/>
              <a:endCxn id="6" idx="0"/>
            </p:cNvCxnSpPr>
            <p:nvPr/>
          </p:nvCxnSpPr>
          <p:spPr>
            <a:xfrm>
              <a:off x="4432038" y="2839788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CD20782-6282-4ED1-9D8D-C8E6E9B30E59}"/>
                </a:ext>
              </a:extLst>
            </p:cNvPr>
            <p:cNvSpPr/>
            <p:nvPr/>
          </p:nvSpPr>
          <p:spPr>
            <a:xfrm>
              <a:off x="2259549" y="3621985"/>
              <a:ext cx="4344977" cy="307777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.subscribeOn(...)</a:t>
              </a:r>
              <a:endParaRPr lang="ko-KR" altLang="en-US" sz="105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4C218F6-0871-4F9D-89FE-9127BC440A3F}"/>
                </a:ext>
              </a:extLst>
            </p:cNvPr>
            <p:cNvCxnSpPr>
              <a:cxnSpLocks/>
              <a:stCxn id="14" idx="2"/>
              <a:endCxn id="7" idx="0"/>
            </p:cNvCxnSpPr>
            <p:nvPr/>
          </p:nvCxnSpPr>
          <p:spPr>
            <a:xfrm>
              <a:off x="4432038" y="3929762"/>
              <a:ext cx="0" cy="237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E7E5C3E-247E-43D0-B4A6-0D6491893FEB}"/>
              </a:ext>
            </a:extLst>
          </p:cNvPr>
          <p:cNvSpPr txBox="1"/>
          <p:nvPr/>
        </p:nvSpPr>
        <p:spPr>
          <a:xfrm>
            <a:off x="6801287" y="2074252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 thread</a:t>
            </a:r>
            <a:endParaRPr lang="ko-KR" altLang="en-US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59CBB-E148-4E91-A88F-60BF24C72A90}"/>
              </a:ext>
            </a:extLst>
          </p:cNvPr>
          <p:cNvSpPr txBox="1"/>
          <p:nvPr/>
        </p:nvSpPr>
        <p:spPr>
          <a:xfrm>
            <a:off x="6822930" y="3139490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2ACB87-7B83-46E7-BFEE-E25AF0574ACC}"/>
              </a:ext>
            </a:extLst>
          </p:cNvPr>
          <p:cNvSpPr txBox="1"/>
          <p:nvPr/>
        </p:nvSpPr>
        <p:spPr>
          <a:xfrm>
            <a:off x="6822930" y="4229464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187708-AF72-46C8-A67E-9929F1733B6E}"/>
              </a:ext>
            </a:extLst>
          </p:cNvPr>
          <p:cNvSpPr txBox="1"/>
          <p:nvPr/>
        </p:nvSpPr>
        <p:spPr>
          <a:xfrm>
            <a:off x="6822930" y="478323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99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 thread</a:t>
            </a:r>
            <a:endParaRPr lang="ko-KR" altLang="en-US" dirty="0">
              <a:solidFill>
                <a:srgbClr val="FF99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3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4985</TotalTime>
  <Words>398</Words>
  <Application>Microsoft Office PowerPoint</Application>
  <PresentationFormat>화면 슬라이드 쇼(16:9)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나눔바른고딕</vt:lpstr>
      <vt:lpstr>Encode Sans Semi Condensed Light</vt:lpstr>
      <vt:lpstr>Arial</vt:lpstr>
      <vt:lpstr>나눔스퀘어라운드 ExtraBold</vt:lpstr>
      <vt:lpstr>Encode Sans Semi Condensed SemiBold</vt:lpstr>
      <vt:lpstr>Ferdinand template</vt:lpstr>
      <vt:lpstr>Kevin의 알기 쉬운 </vt:lpstr>
      <vt:lpstr>publishOn()과 subscribeOn ()의 동작 이해 1</vt:lpstr>
      <vt:lpstr>publishOn()과 subscribeOn ()의 동작 이해 2</vt:lpstr>
      <vt:lpstr>publishOn()과 subscribeOn ()의 동작 이해 3</vt:lpstr>
      <vt:lpstr>publishOn()과 subscribeOn ()의 동작 이해 4</vt:lpstr>
      <vt:lpstr>publishOn()과 subscribeOn ()의 동작 이해 5</vt:lpstr>
      <vt:lpstr>publishOn()과 subscribeOn ()의 동작 이해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194</cp:revision>
  <dcterms:modified xsi:type="dcterms:W3CDTF">2022-10-13T14:04:25Z</dcterms:modified>
</cp:coreProperties>
</file>