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0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83914" autoAdjust="0"/>
  </p:normalViewPr>
  <p:slideViewPr>
    <p:cSldViewPr snapToGrid="0">
      <p:cViewPr varScale="1">
        <p:scale>
          <a:sx n="123" d="100"/>
          <a:sy n="123" d="100"/>
        </p:scale>
        <p:origin x="169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53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Filtering a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4"/>
            <a:ext cx="7465202" cy="65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 중에서 파라미터로 입력받은 숫자만큼 건너뛴 후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나머지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skip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807082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입력받은 시간내에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데이터를 건너뛴 후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나머지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BE21607-1DA9-4F7A-83BA-9B257643B911}"/>
              </a:ext>
            </a:extLst>
          </p:cNvPr>
          <p:cNvCxnSpPr/>
          <p:nvPr/>
        </p:nvCxnSpPr>
        <p:spPr>
          <a:xfrm>
            <a:off x="4511040" y="2393499"/>
            <a:ext cx="0" cy="240405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941ADE5E-842D-D1FF-7519-2078ED6B0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98" y="2518885"/>
            <a:ext cx="3664708" cy="198580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93B28D5-E8DC-0526-BFDF-5891E6FA0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124" y="2520127"/>
            <a:ext cx="3540094" cy="215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3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6529</TotalTime>
  <Words>45</Words>
  <Application>Microsoft Office PowerPoint</Application>
  <PresentationFormat>화면 슬라이드 쇼(16:9)</PresentationFormat>
  <Paragraphs>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나눔스퀘어라운드 ExtraBold</vt:lpstr>
      <vt:lpstr>Arial</vt:lpstr>
      <vt:lpstr>Encode Sans Semi Condensed SemiBold</vt:lpstr>
      <vt:lpstr>Encode Sans Semi Condensed Light</vt:lpstr>
      <vt:lpstr>Ferdinand template</vt:lpstr>
      <vt:lpstr>Kevin의 알기 쉬운 </vt:lpstr>
      <vt:lpstr>skip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271</cp:revision>
  <dcterms:modified xsi:type="dcterms:W3CDTF">2023-07-15T13:31:27Z</dcterms:modified>
</cp:coreProperties>
</file>