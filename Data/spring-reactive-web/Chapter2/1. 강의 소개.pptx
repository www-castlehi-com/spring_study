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6"/>
  </p:notesMasterIdLst>
  <p:sldIdLst>
    <p:sldId id="256" r:id="rId2"/>
    <p:sldId id="317" r:id="rId3"/>
    <p:sldId id="319" r:id="rId4"/>
    <p:sldId id="318" r:id="rId5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7"/>
    </p:embeddedFont>
    <p:embeddedFont>
      <p:font typeface="Encode Sans Semi Condensed Light" panose="020B0600000101010101" charset="0"/>
      <p:regular r:id="rId8"/>
      <p:bold r:id="rId9"/>
    </p:embeddedFont>
    <p:embeddedFont>
      <p:font typeface="Encode Sans Semi Condensed SemiBold" panose="00000706000000000000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33F"/>
    <a:srgbClr val="6699FF"/>
    <a:srgbClr val="FF9900"/>
    <a:srgbClr val="99CCFF"/>
    <a:srgbClr val="0033CC"/>
    <a:srgbClr val="003399"/>
    <a:srgbClr val="0066FF"/>
    <a:srgbClr val="3333FF"/>
    <a:srgbClr val="6666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69748" autoAdjust="0"/>
  </p:normalViewPr>
  <p:slideViewPr>
    <p:cSldViewPr snapToGrid="0">
      <p:cViewPr varScale="1">
        <p:scale>
          <a:sx n="103" d="100"/>
          <a:sy n="103" d="100"/>
        </p:scale>
        <p:origin x="1716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5653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2247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6263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ko-KR" altLang="en-US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강의 소개 </a:t>
            </a:r>
            <a:endParaRPr lang="en-US" altLang="ko-KR" sz="4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738267" y="1673127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Project Reactor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핵심인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사용 방법 습득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강의의 핵심 목표</a:t>
            </a:r>
          </a:p>
        </p:txBody>
      </p:sp>
      <p:sp>
        <p:nvSpPr>
          <p:cNvPr id="2" name="Google Shape;168;p16">
            <a:extLst>
              <a:ext uri="{FF2B5EF4-FFF2-40B4-BE49-F238E27FC236}">
                <a16:creationId xmlns:a16="http://schemas.microsoft.com/office/drawing/2014/main" id="{9AE4CF27-C68A-D6D6-7C6B-C180FE12BF33}"/>
              </a:ext>
            </a:extLst>
          </p:cNvPr>
          <p:cNvSpPr txBox="1">
            <a:spLocks/>
          </p:cNvSpPr>
          <p:nvPr/>
        </p:nvSpPr>
        <p:spPr>
          <a:xfrm>
            <a:off x="738267" y="2360266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필요한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찾아서 적재 적소에 활용할 수 있는 능력 기르기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7F411EC3-B91F-13E1-E0DA-0CBB7401778B}"/>
              </a:ext>
            </a:extLst>
          </p:cNvPr>
          <p:cNvSpPr txBox="1">
            <a:spLocks/>
          </p:cNvSpPr>
          <p:nvPr/>
        </p:nvSpPr>
        <p:spPr>
          <a:xfrm>
            <a:off x="738267" y="3044909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다양한 예제 코드를 통해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사용에 대한 인사이트 얻기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811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2" grpId="0" uiExpand="1" build="p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767562" y="1693742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목적에 맞는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유형 분류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강의 진행 방식</a:t>
            </a:r>
          </a:p>
        </p:txBody>
      </p:sp>
      <p:sp>
        <p:nvSpPr>
          <p:cNvPr id="2" name="Google Shape;168;p16">
            <a:extLst>
              <a:ext uri="{FF2B5EF4-FFF2-40B4-BE49-F238E27FC236}">
                <a16:creationId xmlns:a16="http://schemas.microsoft.com/office/drawing/2014/main" id="{BD92ECA9-DD68-80BD-C9F0-0E42FEAC8C4E}"/>
              </a:ext>
            </a:extLst>
          </p:cNvPr>
          <p:cNvSpPr txBox="1">
            <a:spLocks/>
          </p:cNvSpPr>
          <p:nvPr/>
        </p:nvSpPr>
        <p:spPr>
          <a:xfrm>
            <a:off x="767562" y="2331696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해당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마블 다이어그램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(Marble Diagram)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분석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DFFF95EB-964D-87CD-B2CC-76C6BB8DC8B4}"/>
              </a:ext>
            </a:extLst>
          </p:cNvPr>
          <p:cNvSpPr txBox="1">
            <a:spLocks/>
          </p:cNvSpPr>
          <p:nvPr/>
        </p:nvSpPr>
        <p:spPr>
          <a:xfrm>
            <a:off x="767562" y="2967588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해당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기본 예제 코드 및 응용 예제 코드 설명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660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2" grpId="0" uiExpand="1" build="p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335114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Creating a new sequence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7446CBAA-9AC9-40E4-BF00-594B9922D70A}"/>
              </a:ext>
            </a:extLst>
          </p:cNvPr>
          <p:cNvSpPr txBox="1">
            <a:spLocks/>
          </p:cNvSpPr>
          <p:nvPr/>
        </p:nvSpPr>
        <p:spPr>
          <a:xfrm>
            <a:off x="1206100" y="2133586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Filtering a sequence</a:t>
            </a: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목적에 </a:t>
            </a:r>
            <a:r>
              <a:rPr lang="ko-KR" altLang="en-US" sz="24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맞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는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 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분</a:t>
            </a:r>
            <a:r>
              <a:rPr lang="ko-KR" altLang="en-US" sz="24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류</a:t>
            </a: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253D6CE6-AD9E-4EAF-BC17-BF3A6C6445D1}"/>
              </a:ext>
            </a:extLst>
          </p:cNvPr>
          <p:cNvSpPr txBox="1">
            <a:spLocks/>
          </p:cNvSpPr>
          <p:nvPr/>
        </p:nvSpPr>
        <p:spPr>
          <a:xfrm>
            <a:off x="1206100" y="1734350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Transforming an existing sequence</a:t>
            </a:r>
          </a:p>
        </p:txBody>
      </p:sp>
      <p:sp>
        <p:nvSpPr>
          <p:cNvPr id="9" name="Google Shape;168;p16">
            <a:extLst>
              <a:ext uri="{FF2B5EF4-FFF2-40B4-BE49-F238E27FC236}">
                <a16:creationId xmlns:a16="http://schemas.microsoft.com/office/drawing/2014/main" id="{04072C44-17E8-4BB2-92BE-DB344F89113A}"/>
              </a:ext>
            </a:extLst>
          </p:cNvPr>
          <p:cNvSpPr txBox="1">
            <a:spLocks/>
          </p:cNvSpPr>
          <p:nvPr/>
        </p:nvSpPr>
        <p:spPr>
          <a:xfrm>
            <a:off x="1206100" y="2532822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Peeking into a sequence</a:t>
            </a:r>
          </a:p>
        </p:txBody>
      </p:sp>
      <p:sp>
        <p:nvSpPr>
          <p:cNvPr id="10" name="Google Shape;168;p16">
            <a:extLst>
              <a:ext uri="{FF2B5EF4-FFF2-40B4-BE49-F238E27FC236}">
                <a16:creationId xmlns:a16="http://schemas.microsoft.com/office/drawing/2014/main" id="{9B665BFF-F4BD-4E56-8C83-DE45B3667654}"/>
              </a:ext>
            </a:extLst>
          </p:cNvPr>
          <p:cNvSpPr txBox="1">
            <a:spLocks/>
          </p:cNvSpPr>
          <p:nvPr/>
        </p:nvSpPr>
        <p:spPr>
          <a:xfrm>
            <a:off x="1206100" y="2932058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Handling errors</a:t>
            </a:r>
          </a:p>
        </p:txBody>
      </p:sp>
      <p:sp>
        <p:nvSpPr>
          <p:cNvPr id="12" name="Google Shape;168;p16">
            <a:extLst>
              <a:ext uri="{FF2B5EF4-FFF2-40B4-BE49-F238E27FC236}">
                <a16:creationId xmlns:a16="http://schemas.microsoft.com/office/drawing/2014/main" id="{F539BAF4-48A9-48AC-886B-77F00905F995}"/>
              </a:ext>
            </a:extLst>
          </p:cNvPr>
          <p:cNvSpPr txBox="1">
            <a:spLocks/>
          </p:cNvSpPr>
          <p:nvPr/>
        </p:nvSpPr>
        <p:spPr>
          <a:xfrm>
            <a:off x="1206100" y="3331294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Working with time</a:t>
            </a:r>
          </a:p>
          <a:p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13" name="Google Shape;168;p16">
            <a:extLst>
              <a:ext uri="{FF2B5EF4-FFF2-40B4-BE49-F238E27FC236}">
                <a16:creationId xmlns:a16="http://schemas.microsoft.com/office/drawing/2014/main" id="{07D2792E-57EC-4047-AE04-2678A125CD91}"/>
              </a:ext>
            </a:extLst>
          </p:cNvPr>
          <p:cNvSpPr txBox="1">
            <a:spLocks/>
          </p:cNvSpPr>
          <p:nvPr/>
        </p:nvSpPr>
        <p:spPr>
          <a:xfrm>
            <a:off x="1206100" y="3730530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Splitting a Flux</a:t>
            </a:r>
          </a:p>
        </p:txBody>
      </p:sp>
      <p:sp>
        <p:nvSpPr>
          <p:cNvPr id="15" name="Google Shape;168;p16">
            <a:extLst>
              <a:ext uri="{FF2B5EF4-FFF2-40B4-BE49-F238E27FC236}">
                <a16:creationId xmlns:a16="http://schemas.microsoft.com/office/drawing/2014/main" id="{9E89ED5C-C9BC-4335-AC1A-2F480E089883}"/>
              </a:ext>
            </a:extLst>
          </p:cNvPr>
          <p:cNvSpPr txBox="1">
            <a:spLocks/>
          </p:cNvSpPr>
          <p:nvPr/>
        </p:nvSpPr>
        <p:spPr>
          <a:xfrm>
            <a:off x="1206100" y="4529004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Multicasting a Flux to several Subscribers</a:t>
            </a:r>
          </a:p>
          <a:p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2" name="Google Shape;168;p16">
            <a:extLst>
              <a:ext uri="{FF2B5EF4-FFF2-40B4-BE49-F238E27FC236}">
                <a16:creationId xmlns:a16="http://schemas.microsoft.com/office/drawing/2014/main" id="{1FA210D1-34DA-D430-76C7-BD5E0AE3FE71}"/>
              </a:ext>
            </a:extLst>
          </p:cNvPr>
          <p:cNvSpPr txBox="1">
            <a:spLocks/>
          </p:cNvSpPr>
          <p:nvPr/>
        </p:nvSpPr>
        <p:spPr>
          <a:xfrm>
            <a:off x="1206100" y="4129766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 strike="sngStrike">
                <a:latin typeface="나눔스퀘어라운드 ExtraBold" panose="020B0600000101010101" charset="-127"/>
                <a:ea typeface="나눔스퀘어라운드 ExtraBold" panose="020B0600000101010101" charset="-127"/>
              </a:rPr>
              <a:t>Going back to the synchronous world </a:t>
            </a: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517E4D4D-6F70-6188-3974-5D7ADA736F88}"/>
              </a:ext>
            </a:extLst>
          </p:cNvPr>
          <p:cNvSpPr txBox="1">
            <a:spLocks/>
          </p:cNvSpPr>
          <p:nvPr/>
        </p:nvSpPr>
        <p:spPr>
          <a:xfrm>
            <a:off x="5414206" y="4141633"/>
            <a:ext cx="538724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 marL="76200" indent="0">
              <a:buNone/>
            </a:pPr>
            <a:r>
              <a:rPr lang="ko-KR" altLang="en-US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제외</a:t>
            </a:r>
            <a:endParaRPr lang="en-US" altLang="ko-KR" sz="1600" b="1">
              <a:solidFill>
                <a:srgbClr val="FF0000"/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1987292"/>
      </p:ext>
    </p:extLst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7239</TotalTime>
  <Words>110</Words>
  <Application>Microsoft Office PowerPoint</Application>
  <PresentationFormat>화면 슬라이드 쇼(16:9)</PresentationFormat>
  <Paragraphs>22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Arial</vt:lpstr>
      <vt:lpstr>Encode Sans Semi Condensed SemiBold</vt:lpstr>
      <vt:lpstr>Encode Sans Semi Condensed Light</vt:lpstr>
      <vt:lpstr>나눔스퀘어라운드 ExtraBold</vt:lpstr>
      <vt:lpstr>Ferdinand template</vt:lpstr>
      <vt:lpstr>Kevin의 알기 쉬운 </vt:lpstr>
      <vt:lpstr>강의의 핵심 목표</vt:lpstr>
      <vt:lpstr>강의 진행 방식</vt:lpstr>
      <vt:lpstr>목적에 맞는 Operator 분류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정식 황</cp:lastModifiedBy>
  <cp:revision>286</cp:revision>
  <dcterms:modified xsi:type="dcterms:W3CDTF">2023-12-30T10:14:23Z</dcterms:modified>
</cp:coreProperties>
</file>