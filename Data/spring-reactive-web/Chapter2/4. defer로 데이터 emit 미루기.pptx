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18" r:id="rId3"/>
  </p:sldIdLst>
  <p:sldSz cx="9144000" cy="5143500" type="screen16x9"/>
  <p:notesSz cx="6858000" cy="9144000"/>
  <p:embeddedFontLst>
    <p:embeddedFont>
      <p:font typeface="나눔바른고딕" panose="020B0600000101010101" charset="-127"/>
      <p:regular r:id="rId5"/>
      <p:bold r:id="rId6"/>
    </p:embeddedFon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88588" autoAdjust="0"/>
  </p:normalViewPr>
  <p:slideViewPr>
    <p:cSldViewPr snapToGrid="0">
      <p:cViewPr varScale="1">
        <p:scale>
          <a:sx n="130" d="100"/>
          <a:sy n="130" d="100"/>
        </p:scale>
        <p:origin x="151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6494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Creating a new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operator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선언한 시점에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하는것이 아니라 구독하는 시점에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defer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783456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즉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데이터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지연시키므로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꼭 필요한 시점에 데이터를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하게 하여 불필요한 프로세스를 </a:t>
            </a:r>
            <a:r>
              <a:rPr lang="ko-KR" altLang="en-US" sz="1400" b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줄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일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28A4E2-BC9D-9AD9-8543-81C97D669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0319" y="2580984"/>
            <a:ext cx="3543300" cy="237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65208"/>
      </p:ext>
    </p:extLst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6757</TotalTime>
  <Words>47</Words>
  <Application>Microsoft Office PowerPoint</Application>
  <PresentationFormat>화면 슬라이드 쇼(16:9)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나눔바른고딕</vt:lpstr>
      <vt:lpstr>Encode Sans Semi Condensed Light</vt:lpstr>
      <vt:lpstr>Arial</vt:lpstr>
      <vt:lpstr>나눔스퀘어라운드 ExtraBold</vt:lpstr>
      <vt:lpstr>Encode Sans Semi Condensed SemiBold</vt:lpstr>
      <vt:lpstr>Ferdinand template</vt:lpstr>
      <vt:lpstr>Kevin의 알기 쉬운 </vt:lpstr>
      <vt:lpstr>defer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267</cp:revision>
  <dcterms:modified xsi:type="dcterms:W3CDTF">2023-07-03T09:26:28Z</dcterms:modified>
</cp:coreProperties>
</file>