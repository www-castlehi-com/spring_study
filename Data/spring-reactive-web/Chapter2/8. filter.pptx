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18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68908" autoAdjust="0"/>
  </p:normalViewPr>
  <p:slideViewPr>
    <p:cSldViewPr snapToGrid="0">
      <p:cViewPr varScale="1">
        <p:scale>
          <a:sx n="101" d="100"/>
          <a:sy n="101" d="100"/>
        </p:scale>
        <p:origin x="235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49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Filtering a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 중에서 조건에 일치하는 데이터만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filter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591528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filter operator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파라미터로 입력받은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Predicate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return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값이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true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인 데이터만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4BFB67-E0A4-6B3D-73F4-7FA59974A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8" y="2561372"/>
            <a:ext cx="4197930" cy="227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6639</TotalTime>
  <Words>43</Words>
  <Application>Microsoft Office PowerPoint</Application>
  <PresentationFormat>화면 슬라이드 쇼(16:9)</PresentationFormat>
  <Paragraphs>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Arial</vt:lpstr>
      <vt:lpstr>Encode Sans Semi Condensed Light</vt:lpstr>
      <vt:lpstr>나눔스퀘어라운드 ExtraBold</vt:lpstr>
      <vt:lpstr>Ferdinand template</vt:lpstr>
      <vt:lpstr>Kevin의 알기 쉬운 </vt:lpstr>
      <vt:lpstr>filter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272</cp:revision>
  <dcterms:modified xsi:type="dcterms:W3CDTF">2023-07-04T13:08:35Z</dcterms:modified>
</cp:coreProperties>
</file>