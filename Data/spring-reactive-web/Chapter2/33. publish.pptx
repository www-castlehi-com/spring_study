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29" r:id="rId2"/>
    <p:sldId id="324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5030" autoAdjust="0"/>
  </p:normalViewPr>
  <p:slideViewPr>
    <p:cSldViewPr snapToGrid="0">
      <p:cViewPr varScale="1">
        <p:scale>
          <a:sx n="110" d="100"/>
          <a:sy n="110" d="100"/>
        </p:scale>
        <p:origin x="208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66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Multicasting a Flux to several Subscribers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100" y="1215129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구독 시점에 즉시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하지 않고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connect()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호출하는 시점에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584058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Hot Sequence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변환되기 때문에 구독 시점 이 후에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데이터만 전달받을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도표, 텍스트이(가) 표시된 사진&#10;&#10;자동 생성된 설명">
            <a:extLst>
              <a:ext uri="{FF2B5EF4-FFF2-40B4-BE49-F238E27FC236}">
                <a16:creationId xmlns:a16="http://schemas.microsoft.com/office/drawing/2014/main" id="{607AA6A0-0270-CDFC-DBEB-6BEDBABD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583" y="2193882"/>
            <a:ext cx="3213846" cy="291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7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6846</TotalTime>
  <Words>50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Arial</vt:lpstr>
      <vt:lpstr>나눔스퀘어라운드 ExtraBold</vt:lpstr>
      <vt:lpstr>Encode Sans Semi Condensed SemiBold</vt:lpstr>
      <vt:lpstr>Encode Sans Semi Condensed Light</vt:lpstr>
      <vt:lpstr>Ferdinand template</vt:lpstr>
      <vt:lpstr>Kevin의 알기 쉬운 </vt:lpstr>
      <vt:lpstr>publish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299</cp:revision>
  <dcterms:modified xsi:type="dcterms:W3CDTF">2023-12-16T06:47:54Z</dcterms:modified>
</cp:coreProperties>
</file>