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29" r:id="rId2"/>
    <p:sldId id="328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75030" autoAdjust="0"/>
  </p:normalViewPr>
  <p:slideViewPr>
    <p:cSldViewPr snapToGrid="0">
      <p:cViewPr varScale="1">
        <p:scale>
          <a:sx n="110" d="100"/>
          <a:sy n="110" d="100"/>
        </p:scale>
        <p:origin x="208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253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en-US" altLang="ko-KR" sz="2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Multicasting a Flux to several Subscribers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refCount</a:t>
            </a:r>
          </a:p>
        </p:txBody>
      </p:sp>
      <p:sp>
        <p:nvSpPr>
          <p:cNvPr id="6" name="Google Shape;168;p16">
            <a:extLst>
              <a:ext uri="{FF2B5EF4-FFF2-40B4-BE49-F238E27FC236}">
                <a16:creationId xmlns:a16="http://schemas.microsoft.com/office/drawing/2014/main" id="{BE35DB2D-A2C8-277B-0921-086042D40490}"/>
              </a:ext>
            </a:extLst>
          </p:cNvPr>
          <p:cNvSpPr txBox="1">
            <a:spLocks/>
          </p:cNvSpPr>
          <p:nvPr/>
        </p:nvSpPr>
        <p:spPr>
          <a:xfrm>
            <a:off x="1206100" y="1215129"/>
            <a:ext cx="7763088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파라미터로 지정하는 숫자만큼의 구독이 발생하는 시점에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소스에 자동으로 연결된다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7C7A88F4-1A95-E3CF-9475-0C880A81C15B}"/>
              </a:ext>
            </a:extLst>
          </p:cNvPr>
          <p:cNvSpPr txBox="1">
            <a:spLocks/>
          </p:cNvSpPr>
          <p:nvPr/>
        </p:nvSpPr>
        <p:spPr>
          <a:xfrm>
            <a:off x="1206100" y="1584057"/>
            <a:ext cx="7465202" cy="619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파라미터로 입력한 숫자 만큼의 구독이 취소되거나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데이터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이 종료되면 연결이 해제된다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D0CFE5F-AE15-6ACA-7562-50B268FE4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182" y="2103558"/>
            <a:ext cx="3267636" cy="30399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04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6869</TotalTime>
  <Words>43</Words>
  <Application>Microsoft Office PowerPoint</Application>
  <PresentationFormat>화면 슬라이드 쇼(16:9)</PresentationFormat>
  <Paragraphs>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Arial</vt:lpstr>
      <vt:lpstr>Encode Sans Semi Condensed SemiBold</vt:lpstr>
      <vt:lpstr>Encode Sans Semi Condensed Light</vt:lpstr>
      <vt:lpstr>나눔스퀘어라운드 ExtraBold</vt:lpstr>
      <vt:lpstr>Ferdinand template</vt:lpstr>
      <vt:lpstr>Kevin의 알기 쉬운 </vt:lpstr>
      <vt:lpstr>refCount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300</cp:revision>
  <dcterms:modified xsi:type="dcterms:W3CDTF">2023-12-19T15:56:12Z</dcterms:modified>
</cp:coreProperties>
</file>