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19" r:id="rId2"/>
    <p:sldId id="320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  <p:embeddedFont>
      <p:font typeface="나눔바른고딕" panose="020B0603020101020101" pitchFamily="50" charset="-127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81273" autoAdjust="0"/>
  </p:normalViewPr>
  <p:slideViewPr>
    <p:cSldViewPr snapToGrid="0">
      <p:cViewPr varScale="1">
        <p:scale>
          <a:sx n="120" d="100"/>
          <a:sy n="120" d="100"/>
        </p:scale>
        <p:origin x="178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4900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3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</a:t>
            </a:r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Transforming an existing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243214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파라미터로 입력되는 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Publisher Sequence 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들을 연결해서 데이터를 순차적으로 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emit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한다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en-US" altLang="ko-KR" sz="1400" b="1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concat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674048"/>
            <a:ext cx="7465202" cy="71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먼저 입력된 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Publisher Sequence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emit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종료될 때까지 나머지 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Publisher Sequence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들은 대기한다</a:t>
            </a:r>
            <a:r>
              <a:rPr lang="en-US" altLang="ko-KR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.(subscribed to lazily)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0608441-1296-26A8-BB19-661915B05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244" y="2468642"/>
            <a:ext cx="3848670" cy="247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6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6649</TotalTime>
  <Words>45</Words>
  <Application>Microsoft Office PowerPoint</Application>
  <PresentationFormat>화면 슬라이드 쇼(16:9)</PresentationFormat>
  <Paragraphs>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Encode Sans Semi Condensed SemiBold</vt:lpstr>
      <vt:lpstr>Encode Sans Semi Condensed Light</vt:lpstr>
      <vt:lpstr>나눔스퀘어라운드 ExtraBold</vt:lpstr>
      <vt:lpstr>나눔바른고딕</vt:lpstr>
      <vt:lpstr>Arial</vt:lpstr>
      <vt:lpstr>Ferdinand template</vt:lpstr>
      <vt:lpstr>Kevin의 알기 쉬운 </vt:lpstr>
      <vt:lpstr>concat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 정식</cp:lastModifiedBy>
  <cp:revision>288</cp:revision>
  <dcterms:modified xsi:type="dcterms:W3CDTF">2023-08-30T13:20:03Z</dcterms:modified>
</cp:coreProperties>
</file>