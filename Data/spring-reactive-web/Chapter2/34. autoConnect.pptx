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29" r:id="rId2"/>
    <p:sldId id="325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5030" autoAdjust="0"/>
  </p:normalViewPr>
  <p:slideViewPr>
    <p:cSldViewPr snapToGrid="0">
      <p:cViewPr varScale="1">
        <p:scale>
          <a:sx n="110" d="100"/>
          <a:sy n="110" d="100"/>
        </p:scale>
        <p:origin x="208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60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Multicasting a Flux to several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autoConnect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BE35DB2D-A2C8-277B-0921-086042D40490}"/>
              </a:ext>
            </a:extLst>
          </p:cNvPr>
          <p:cNvSpPr txBox="1">
            <a:spLocks/>
          </p:cNvSpPr>
          <p:nvPr/>
        </p:nvSpPr>
        <p:spPr>
          <a:xfrm>
            <a:off x="1206100" y="1215129"/>
            <a:ext cx="7763088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지정하는 숫자만큼의 구독이 발생하는 시점에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소스에 자동으로 연결된다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C7A88F4-1A95-E3CF-9475-0C880A81C15B}"/>
              </a:ext>
            </a:extLst>
          </p:cNvPr>
          <p:cNvSpPr txBox="1">
            <a:spLocks/>
          </p:cNvSpPr>
          <p:nvPr/>
        </p:nvSpPr>
        <p:spPr>
          <a:xfrm>
            <a:off x="1206100" y="1584058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publish()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처럼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connect()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직접 호출할 필요가 없다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10" name="그림 9" descr="텍스트, 도표이(가) 표시된 사진&#10;&#10;자동 생성된 설명">
            <a:extLst>
              <a:ext uri="{FF2B5EF4-FFF2-40B4-BE49-F238E27FC236}">
                <a16:creationId xmlns:a16="http://schemas.microsoft.com/office/drawing/2014/main" id="{8D46F2F6-CCD3-A8A2-E173-1B171804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837" y="2030506"/>
            <a:ext cx="3346326" cy="311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3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6843</TotalTime>
  <Words>41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Arial</vt:lpstr>
      <vt:lpstr>나눔스퀘어라운드 ExtraBold</vt:lpstr>
      <vt:lpstr>Encode Sans Semi Condensed Light</vt:lpstr>
      <vt:lpstr>Ferdinand template</vt:lpstr>
      <vt:lpstr>Kevin의 알기 쉬운 </vt:lpstr>
      <vt:lpstr>autoConnect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299</cp:revision>
  <dcterms:modified xsi:type="dcterms:W3CDTF">2023-12-16T13:23:55Z</dcterms:modified>
</cp:coreProperties>
</file>