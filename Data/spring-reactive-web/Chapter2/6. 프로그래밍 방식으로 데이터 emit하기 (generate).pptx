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319" r:id="rId2"/>
    <p:sldId id="321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88588" autoAdjust="0"/>
  </p:normalViewPr>
  <p:slideViewPr>
    <p:cSldViewPr snapToGrid="0">
      <p:cViewPr varScale="1">
        <p:scale>
          <a:sx n="130" d="100"/>
          <a:sy n="130" d="100"/>
        </p:scale>
        <p:origin x="1518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8997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Creating a new sequence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214340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프로그래밍 방식으로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Signal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이벤트를 생성하고자 할 경우 사용된다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generate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624157"/>
            <a:ext cx="7465202" cy="598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동기적으로 데이터를 하나씩 순차적으로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하고자 할 경우 사용된다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FB0239-5D15-7E6E-D34E-27B282361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263" y="2492660"/>
            <a:ext cx="4514850" cy="237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815980"/>
      </p:ext>
    </p:extLst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6757</TotalTime>
  <Words>32</Words>
  <Application>Microsoft Office PowerPoint</Application>
  <PresentationFormat>화면 슬라이드 쇼(16:9)</PresentationFormat>
  <Paragraphs>6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Encode Sans Semi Condensed Light</vt:lpstr>
      <vt:lpstr>Arial</vt:lpstr>
      <vt:lpstr>나눔스퀘어라운드 ExtraBold</vt:lpstr>
      <vt:lpstr>Encode Sans Semi Condensed SemiBold</vt:lpstr>
      <vt:lpstr>Ferdinand template</vt:lpstr>
      <vt:lpstr>Kevin의 알기 쉬운 </vt:lpstr>
      <vt:lpstr>generate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 정식</cp:lastModifiedBy>
  <cp:revision>267</cp:revision>
  <dcterms:modified xsi:type="dcterms:W3CDTF">2023-07-03T09:25:23Z</dcterms:modified>
</cp:coreProperties>
</file>