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5"/>
  </p:notesMasterIdLst>
  <p:sldIdLst>
    <p:sldId id="319" r:id="rId2"/>
    <p:sldId id="326" r:id="rId3"/>
    <p:sldId id="325" r:id="rId4"/>
  </p:sldIdLst>
  <p:sldSz cx="9144000" cy="5143500" type="screen16x9"/>
  <p:notesSz cx="6858000" cy="9144000"/>
  <p:embeddedFontLst>
    <p:embeddedFont>
      <p:font typeface="나눔스퀘어라운드 ExtraBold" panose="020B0600000101010101" charset="-127"/>
      <p:bold r:id="rId6"/>
    </p:embeddedFont>
    <p:embeddedFont>
      <p:font typeface="Encode Sans Semi Condensed Light" panose="020B0600000101010101" charset="0"/>
      <p:regular r:id="rId7"/>
      <p:bold r:id="rId8"/>
    </p:embeddedFont>
    <p:embeddedFont>
      <p:font typeface="Encode Sans Semi Condensed SemiBold" panose="00000706000000000000" charset="0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7292A2E-F333-43FB-9621-5CBBE7FDCDCB}" styleName="밝은 스타일 2 - 강조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941" autoAdjust="0"/>
    <p:restoredTop sz="84034" autoAdjust="0"/>
  </p:normalViewPr>
  <p:slideViewPr>
    <p:cSldViewPr snapToGrid="0">
      <p:cViewPr varScale="1">
        <p:scale>
          <a:sx n="124" d="100"/>
          <a:sy n="124" d="100"/>
        </p:scale>
        <p:origin x="166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commentAuthors" Target="commentAuthors.xml"/><Relationship Id="rId5" Type="http://schemas.openxmlformats.org/officeDocument/2006/relationships/notesMaster" Target="notesMasters/notesMaster1.xml"/><Relationship Id="rId15" Type="http://schemas.openxmlformats.org/officeDocument/2006/relationships/tableStyles" Target="tableStyles.xml"/><Relationship Id="rId10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8678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721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  <p:sldLayoutId id="2147483659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Splitting a Flux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buffer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193259"/>
            <a:ext cx="7890835" cy="4348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되는 데이터가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maxSize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숫자만큼 버퍼에 채워지면 버퍼를 비운다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100" y="1699313"/>
            <a:ext cx="7465202" cy="36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버퍼에서 비워진 데이터는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List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 형태로 한번에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33E2CB3D-147A-5AEF-2D40-F3B527DA6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680" y="2436187"/>
            <a:ext cx="3980328" cy="255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94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bufferTimeout</a:t>
            </a:r>
          </a:p>
        </p:txBody>
      </p:sp>
      <p:sp>
        <p:nvSpPr>
          <p:cNvPr id="2" name="Google Shape;168;p16">
            <a:extLst>
              <a:ext uri="{FF2B5EF4-FFF2-40B4-BE49-F238E27FC236}">
                <a16:creationId xmlns:a16="http://schemas.microsoft.com/office/drawing/2014/main" id="{7891429C-7303-35E9-DF2B-98D3DFD4C141}"/>
              </a:ext>
            </a:extLst>
          </p:cNvPr>
          <p:cNvSpPr txBox="1">
            <a:spLocks/>
          </p:cNvSpPr>
          <p:nvPr/>
        </p:nvSpPr>
        <p:spPr>
          <a:xfrm>
            <a:off x="1206099" y="1193259"/>
            <a:ext cx="7890835" cy="3689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데이터가 버퍼에 채워질 때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maxTime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도달하면 버퍼를 비운다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3" name="Google Shape;168;p16">
            <a:extLst>
              <a:ext uri="{FF2B5EF4-FFF2-40B4-BE49-F238E27FC236}">
                <a16:creationId xmlns:a16="http://schemas.microsoft.com/office/drawing/2014/main" id="{65131A48-21F0-D36C-6192-B3F6923B52A2}"/>
              </a:ext>
            </a:extLst>
          </p:cNvPr>
          <p:cNvSpPr txBox="1">
            <a:spLocks/>
          </p:cNvSpPr>
          <p:nvPr/>
        </p:nvSpPr>
        <p:spPr>
          <a:xfrm>
            <a:off x="1206098" y="1587429"/>
            <a:ext cx="7752047" cy="635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maxTime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 도달하기 전에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maxSize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만큼의 데이터가 버퍼에 채워지면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maxTime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까지 기다리지 않고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버퍼를 비운다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텍스트, 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3819006D-E8BE-00B3-6D66-B938B827D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659" y="2436187"/>
            <a:ext cx="3454682" cy="265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9727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3" grpId="0" uiExpand="1" build="p"/>
    </p:bldLst>
  </p:timing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7328</TotalTime>
  <Words>70</Words>
  <Application>Microsoft Office PowerPoint</Application>
  <PresentationFormat>화면 슬라이드 쇼(16:9)</PresentationFormat>
  <Paragraphs>10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나눔스퀘어라운드 ExtraBold</vt:lpstr>
      <vt:lpstr>Encode Sans Semi Condensed SemiBold</vt:lpstr>
      <vt:lpstr>Arial</vt:lpstr>
      <vt:lpstr>Encode Sans Semi Condensed Light</vt:lpstr>
      <vt:lpstr>Ferdinand template</vt:lpstr>
      <vt:lpstr>Kevin의 알기 쉬운 </vt:lpstr>
      <vt:lpstr>buffer</vt:lpstr>
      <vt:lpstr>bufferTimeout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310</cp:revision>
  <dcterms:modified xsi:type="dcterms:W3CDTF">2023-12-07T14:32:32Z</dcterms:modified>
</cp:coreProperties>
</file>