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19" r:id="rId2"/>
    <p:sldId id="324" r:id="rId3"/>
  </p:sldIdLst>
  <p:sldSz cx="9144000" cy="5143500" type="screen16x9"/>
  <p:notesSz cx="6858000" cy="9144000"/>
  <p:embeddedFontLst>
    <p:embeddedFont>
      <p:font typeface="나눔바른고딕" panose="020B0600000101010101" charset="-127"/>
      <p:regular r:id="rId5"/>
      <p:bold r:id="rId6"/>
    </p:embeddedFont>
    <p:embeddedFont>
      <p:font typeface="나눔스퀘어라운드 ExtraBold" panose="020B0600000101010101" charset="-127"/>
      <p:bold r:id="rId7"/>
    </p:embeddedFont>
    <p:embeddedFont>
      <p:font typeface="Encode Sans Semi Condensed Light" panose="020B0600000101010101" charset="0"/>
      <p:regular r:id="rId8"/>
      <p:bold r:id="rId9"/>
    </p:embeddedFont>
    <p:embeddedFont>
      <p:font typeface="Encode Sans Semi Condensed SemiBold" panose="00000706000000000000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69988" autoAdjust="0"/>
  </p:normalViewPr>
  <p:slideViewPr>
    <p:cSldViewPr snapToGrid="0">
      <p:cViewPr varScale="1">
        <p:scale>
          <a:sx n="103" d="100"/>
          <a:sy n="103" d="100"/>
        </p:scale>
        <p:origin x="22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721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Handling errors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onErrorMap</a:t>
            </a: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7891429C-7303-35E9-DF2B-98D3DFD4C141}"/>
              </a:ext>
            </a:extLst>
          </p:cNvPr>
          <p:cNvSpPr txBox="1">
            <a:spLocks/>
          </p:cNvSpPr>
          <p:nvPr/>
        </p:nvSpPr>
        <p:spPr>
          <a:xfrm>
            <a:off x="1206099" y="1193259"/>
            <a:ext cx="7890835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에러가 발생했을 때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파라미터로 지정한 에러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(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예외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)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타입과 일치하면 또 다른 타입의 예외로 변환해서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전달한다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65131A48-21F0-D36C-6192-B3F6923B52A2}"/>
              </a:ext>
            </a:extLst>
          </p:cNvPr>
          <p:cNvSpPr txBox="1">
            <a:spLocks/>
          </p:cNvSpPr>
          <p:nvPr/>
        </p:nvSpPr>
        <p:spPr>
          <a:xfrm>
            <a:off x="1206100" y="1914332"/>
            <a:ext cx="7465202" cy="36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에러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(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예외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)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타입이 일치하지 않으면 원래 발생한 에러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(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예외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)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전달한다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8C3DD19-646D-BD7D-E067-5BEC93C3365E}"/>
              </a:ext>
            </a:extLst>
          </p:cNvPr>
          <p:cNvGrpSpPr/>
          <p:nvPr/>
        </p:nvGrpSpPr>
        <p:grpSpPr>
          <a:xfrm>
            <a:off x="2308859" y="2671998"/>
            <a:ext cx="4526280" cy="2442488"/>
            <a:chOff x="2308859" y="2635476"/>
            <a:chExt cx="4526280" cy="244248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39234A6-E612-AD03-526C-C1E289298388}"/>
                </a:ext>
              </a:extLst>
            </p:cNvPr>
            <p:cNvSpPr txBox="1"/>
            <p:nvPr/>
          </p:nvSpPr>
          <p:spPr>
            <a:xfrm>
              <a:off x="2308859" y="4862520"/>
              <a:ext cx="452628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나눔바른고딕" panose="020B0600000101010101" charset="-127"/>
                  <a:ea typeface="나눔바른고딕" panose="020B0600000101010101" charset="-127"/>
                </a:rPr>
                <a:t>[</a:t>
              </a:r>
              <a:r>
                <a:rPr lang="ko-KR" altLang="en-US" sz="800">
                  <a:latin typeface="나눔바른고딕" panose="020B0600000101010101" charset="-127"/>
                  <a:ea typeface="나눔바른고딕" panose="020B0600000101010101" charset="-127"/>
                </a:rPr>
                <a:t>출처</a:t>
              </a:r>
              <a:r>
                <a:rPr lang="en-US" altLang="ko-KR" sz="800">
                  <a:latin typeface="나눔바른고딕" panose="020B0600000101010101" charset="-127"/>
                  <a:ea typeface="나눔바른고딕" panose="020B0600000101010101" charset="-127"/>
                </a:rPr>
                <a:t>: reactor-core </a:t>
              </a:r>
              <a:r>
                <a:rPr lang="ko-KR" altLang="en-US" sz="800">
                  <a:latin typeface="나눔바른고딕" panose="020B0600000101010101" charset="-127"/>
                  <a:ea typeface="나눔바른고딕" panose="020B0600000101010101" charset="-127"/>
                </a:rPr>
                <a:t>공식 </a:t>
              </a:r>
              <a:r>
                <a:rPr lang="en-US" altLang="ko-KR" sz="800">
                  <a:latin typeface="나눔바른고딕" panose="020B0600000101010101" charset="-127"/>
                  <a:ea typeface="나눔바른고딕" panose="020B0600000101010101" charset="-127"/>
                </a:rPr>
                <a:t>API Docs]</a:t>
              </a:r>
              <a:endParaRPr lang="ko-KR" altLang="en-US" sz="800">
                <a:latin typeface="나눔바른고딕" panose="020B0600000101010101" charset="-127"/>
                <a:ea typeface="나눔바른고딕" panose="020B0600000101010101" charset="-127"/>
              </a:endParaRPr>
            </a:p>
          </p:txBody>
        </p:sp>
        <p:pic>
          <p:nvPicPr>
            <p:cNvPr id="14" name="그래픽 13">
              <a:extLst>
                <a:ext uri="{FF2B5EF4-FFF2-40B4-BE49-F238E27FC236}">
                  <a16:creationId xmlns:a16="http://schemas.microsoft.com/office/drawing/2014/main" id="{9D2D0E33-DCF4-7FF9-F5C6-01D5EAFE3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50234" y="2635476"/>
              <a:ext cx="3643532" cy="19967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397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7010</TotalTime>
  <Words>60</Words>
  <Application>Microsoft Office PowerPoint</Application>
  <PresentationFormat>화면 슬라이드 쇼(16:9)</PresentationFormat>
  <Paragraphs>8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나눔스퀘어라운드 ExtraBold</vt:lpstr>
      <vt:lpstr>Arial</vt:lpstr>
      <vt:lpstr>Encode Sans Semi Condensed Light</vt:lpstr>
      <vt:lpstr>Encode Sans Semi Condensed SemiBold</vt:lpstr>
      <vt:lpstr>나눔바른고딕</vt:lpstr>
      <vt:lpstr>Ferdinand template</vt:lpstr>
      <vt:lpstr>Kevin의 알기 쉬운 </vt:lpstr>
      <vt:lpstr>onErrorMap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300</cp:revision>
  <dcterms:modified xsi:type="dcterms:W3CDTF">2023-11-23T13:59:17Z</dcterms:modified>
</cp:coreProperties>
</file>