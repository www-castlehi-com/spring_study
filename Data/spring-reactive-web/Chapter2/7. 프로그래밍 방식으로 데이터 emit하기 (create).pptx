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319" r:id="rId2"/>
    <p:sldId id="322" r:id="rId3"/>
    <p:sldId id="284" r:id="rId4"/>
  </p:sldIdLst>
  <p:sldSz cx="9144000" cy="5143500" type="screen16x9"/>
  <p:notesSz cx="6858000" cy="9144000"/>
  <p:embeddedFontLst>
    <p:embeddedFont>
      <p:font typeface="나눔고딕 ExtraBold" panose="020B0600000101010101" charset="-127"/>
      <p:bold r:id="rId6"/>
    </p:embeddedFon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88588" autoAdjust="0"/>
  </p:normalViewPr>
  <p:slideViewPr>
    <p:cSldViewPr snapToGrid="0">
      <p:cViewPr varScale="1">
        <p:scale>
          <a:sx n="130" d="100"/>
          <a:sy n="130" d="100"/>
        </p:scale>
        <p:origin x="151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738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Creating a new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create</a:t>
            </a: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80999064-C282-48B6-B251-FA33D329BA66}"/>
              </a:ext>
            </a:extLst>
          </p:cNvPr>
          <p:cNvSpPr txBox="1">
            <a:spLocks/>
          </p:cNvSpPr>
          <p:nvPr/>
        </p:nvSpPr>
        <p:spPr>
          <a:xfrm>
            <a:off x="1206100" y="1214340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프로그래밍 방식으로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이벤트를 생성하고자 할 경우 사용된다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DC379E34-19E0-4FC6-A352-1E2C9C355EBF}"/>
              </a:ext>
            </a:extLst>
          </p:cNvPr>
          <p:cNvSpPr txBox="1">
            <a:spLocks/>
          </p:cNvSpPr>
          <p:nvPr/>
        </p:nvSpPr>
        <p:spPr>
          <a:xfrm>
            <a:off x="1206100" y="1541648"/>
            <a:ext cx="7465202" cy="492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여러 건의 데이터를 비동기적으로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하고자 할 경우 사용된다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3B21F362-EABC-45E3-9883-0C9F23A5F7D9}"/>
              </a:ext>
            </a:extLst>
          </p:cNvPr>
          <p:cNvSpPr txBox="1">
            <a:spLocks/>
          </p:cNvSpPr>
          <p:nvPr/>
        </p:nvSpPr>
        <p:spPr>
          <a:xfrm>
            <a:off x="1206100" y="1866074"/>
            <a:ext cx="7465202" cy="492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Subscriber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요청이 없어도 데이터는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될 수 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85A886-4769-586B-6D34-A88799320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481" y="2449979"/>
            <a:ext cx="3357562" cy="258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83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>
                <a:solidFill>
                  <a:srgbClr val="6666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Filtering a sequence </a:t>
            </a:r>
            <a:endParaRPr lang="ko-KR" altLang="en-US" sz="3600">
              <a:solidFill>
                <a:srgbClr val="6666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  <a:endParaRPr lang="en-US" altLang="ko-KR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https://github.com/ITVillage-Kevin/spring-reactive-02</a:t>
            </a:r>
            <a:endParaRPr lang="ko-KR" altLang="en-US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6808</TotalTime>
  <Words>62</Words>
  <Application>Microsoft Office PowerPoint</Application>
  <PresentationFormat>화면 슬라이드 쇼(16:9)</PresentationFormat>
  <Paragraphs>11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나눔고딕 ExtraBold</vt:lpstr>
      <vt:lpstr>Encode Sans Semi Condensed Light</vt:lpstr>
      <vt:lpstr>나눔스퀘어라운드 ExtraBold</vt:lpstr>
      <vt:lpstr>Arial</vt:lpstr>
      <vt:lpstr>Encode Sans Semi Condensed SemiBold</vt:lpstr>
      <vt:lpstr>Ferdinand template</vt:lpstr>
      <vt:lpstr>Kevin의 알기 쉬운 </vt:lpstr>
      <vt:lpstr>create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269</cp:revision>
  <dcterms:modified xsi:type="dcterms:W3CDTF">2023-12-30T11:54:17Z</dcterms:modified>
</cp:coreProperties>
</file>