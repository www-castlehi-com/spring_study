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"/>
  </p:notesMasterIdLst>
  <p:sldIdLst>
    <p:sldId id="319" r:id="rId2"/>
    <p:sldId id="324" r:id="rId3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5"/>
    </p:embeddedFont>
    <p:embeddedFont>
      <p:font typeface="Encode Sans Semi Condensed Light" panose="020B0600000101010101" charset="0"/>
      <p:regular r:id="rId6"/>
      <p:bold r:id="rId7"/>
    </p:embeddedFont>
    <p:embeddedFont>
      <p:font typeface="Encode Sans Semi Condensed SemiBold" panose="00000706000000000000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2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DB33F"/>
    <a:srgbClr val="6699FF"/>
    <a:srgbClr val="FF9900"/>
    <a:srgbClr val="99CCFF"/>
    <a:srgbClr val="0033CC"/>
    <a:srgbClr val="003399"/>
    <a:srgbClr val="0066FF"/>
    <a:srgbClr val="3333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41" autoAdjust="0"/>
    <p:restoredTop sz="74190" autoAdjust="0"/>
  </p:normalViewPr>
  <p:slideViewPr>
    <p:cSldViewPr snapToGrid="0">
      <p:cViewPr varScale="1">
        <p:scale>
          <a:sx n="109" d="100"/>
          <a:sy n="109" d="100"/>
        </p:scale>
        <p:origin x="2118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3721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5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Operators</a:t>
            </a:r>
          </a:p>
          <a:p>
            <a:r>
              <a:rPr lang="en-US" altLang="ko-KR" sz="3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: Handling errors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onErrorContinue</a:t>
            </a:r>
          </a:p>
        </p:txBody>
      </p:sp>
      <p:sp>
        <p:nvSpPr>
          <p:cNvPr id="2" name="Google Shape;168;p16">
            <a:extLst>
              <a:ext uri="{FF2B5EF4-FFF2-40B4-BE49-F238E27FC236}">
                <a16:creationId xmlns:a16="http://schemas.microsoft.com/office/drawing/2014/main" id="{7891429C-7303-35E9-DF2B-98D3DFD4C141}"/>
              </a:ext>
            </a:extLst>
          </p:cNvPr>
          <p:cNvSpPr txBox="1">
            <a:spLocks/>
          </p:cNvSpPr>
          <p:nvPr/>
        </p:nvSpPr>
        <p:spPr>
          <a:xfrm>
            <a:off x="1206099" y="1193259"/>
            <a:ext cx="7890835" cy="36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에러가 발생했을 때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에러가 발생한 데이터는 제거하고 후속 데이터를 계속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4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65131A48-21F0-D36C-6192-B3F6923B52A2}"/>
              </a:ext>
            </a:extLst>
          </p:cNvPr>
          <p:cNvSpPr txBox="1">
            <a:spLocks/>
          </p:cNvSpPr>
          <p:nvPr/>
        </p:nvSpPr>
        <p:spPr>
          <a:xfrm>
            <a:off x="1206100" y="1554435"/>
            <a:ext cx="7465202" cy="711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데이터의 흐름이 일반적인 흐름과 반대로 동작하기 때문에 의도하지 않은 동작을 일으킬 수 있으므로 권장되는 방식은 아니다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pic>
        <p:nvPicPr>
          <p:cNvPr id="6" name="그림 5" descr="텍스트, 도표, 라인, 폰트이(가) 표시된 사진&#10;&#10;자동 생성된 설명">
            <a:extLst>
              <a:ext uri="{FF2B5EF4-FFF2-40B4-BE49-F238E27FC236}">
                <a16:creationId xmlns:a16="http://schemas.microsoft.com/office/drawing/2014/main" id="{4F01514F-BD48-D0E0-6E8F-64D63FAE0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0241" y="2355221"/>
            <a:ext cx="3069048" cy="273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972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 uiExpand="1" build="p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6912</TotalTime>
  <Words>44</Words>
  <Application>Microsoft Office PowerPoint</Application>
  <PresentationFormat>화면 슬라이드 쇼(16:9)</PresentationFormat>
  <Paragraphs>7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Encode Sans Semi Condensed SemiBold</vt:lpstr>
      <vt:lpstr>Encode Sans Semi Condensed Light</vt:lpstr>
      <vt:lpstr>나눔스퀘어라운드 ExtraBold</vt:lpstr>
      <vt:lpstr>Arial</vt:lpstr>
      <vt:lpstr>Ferdinand template</vt:lpstr>
      <vt:lpstr>Kevin의 알기 쉬운 </vt:lpstr>
      <vt:lpstr>onErrorContinue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정식 황</cp:lastModifiedBy>
  <cp:revision>299</cp:revision>
  <dcterms:modified xsi:type="dcterms:W3CDTF">2023-11-21T13:22:17Z</dcterms:modified>
</cp:coreProperties>
</file>