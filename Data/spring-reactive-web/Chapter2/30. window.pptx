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19" r:id="rId2"/>
    <p:sldId id="325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65186" autoAdjust="0"/>
  </p:normalViewPr>
  <p:slideViewPr>
    <p:cSldViewPr snapToGrid="0">
      <p:cViewPr varScale="1">
        <p:scale>
          <a:sx n="96" d="100"/>
          <a:sy n="96" d="100"/>
        </p:scale>
        <p:origin x="247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721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Splitting a Flux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window</a:t>
            </a: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7891429C-7303-35E9-DF2B-98D3DFD4C141}"/>
              </a:ext>
            </a:extLst>
          </p:cNvPr>
          <p:cNvSpPr txBox="1">
            <a:spLocks/>
          </p:cNvSpPr>
          <p:nvPr/>
        </p:nvSpPr>
        <p:spPr>
          <a:xfrm>
            <a:off x="1206099" y="1193259"/>
            <a:ext cx="7890835" cy="670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되는 첫 번째 데이터부터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maxSize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숫자만큼의 데이터를 포함하는 새로운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Flux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로 분할한다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65131A48-21F0-D36C-6192-B3F6923B52A2}"/>
              </a:ext>
            </a:extLst>
          </p:cNvPr>
          <p:cNvSpPr txBox="1">
            <a:spLocks/>
          </p:cNvSpPr>
          <p:nvPr/>
        </p:nvSpPr>
        <p:spPr>
          <a:xfrm>
            <a:off x="1206100" y="1765477"/>
            <a:ext cx="7465202" cy="36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요청하는 데이터 개수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= 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요청한 개수  </a:t>
            </a:r>
            <a:r>
              <a:rPr lang="en-US" altLang="ko-KR" sz="14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ⅹ 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maxSize</a:t>
            </a:r>
          </a:p>
        </p:txBody>
      </p:sp>
      <p:pic>
        <p:nvPicPr>
          <p:cNvPr id="6" name="그림 5" descr="도표, 텍스트, 라인이(가) 표시된 사진&#10;&#10;자동 생성된 설명">
            <a:extLst>
              <a:ext uri="{FF2B5EF4-FFF2-40B4-BE49-F238E27FC236}">
                <a16:creationId xmlns:a16="http://schemas.microsoft.com/office/drawing/2014/main" id="{661046CE-3A4A-86A4-1937-45E4DD168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425" y="2313429"/>
            <a:ext cx="3470676" cy="275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7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6890</TotalTime>
  <Words>42</Words>
  <Application>Microsoft Office PowerPoint</Application>
  <PresentationFormat>화면 슬라이드 쇼(16:9)</PresentationFormat>
  <Paragraphs>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나눔스퀘어라운드 ExtraBold</vt:lpstr>
      <vt:lpstr>Encode Sans Semi Condensed Light</vt:lpstr>
      <vt:lpstr>Encode Sans Semi Condensed SemiBold</vt:lpstr>
      <vt:lpstr>Arial</vt:lpstr>
      <vt:lpstr>Ferdinand template</vt:lpstr>
      <vt:lpstr>Kevin의 알기 쉬운 </vt:lpstr>
      <vt:lpstr>window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306</cp:revision>
  <dcterms:modified xsi:type="dcterms:W3CDTF">2023-12-05T12:53:21Z</dcterms:modified>
</cp:coreProperties>
</file>