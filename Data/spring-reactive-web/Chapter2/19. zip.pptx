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"/>
  </p:notesMasterIdLst>
  <p:sldIdLst>
    <p:sldId id="319" r:id="rId2"/>
    <p:sldId id="322" r:id="rId3"/>
  </p:sldIdLst>
  <p:sldSz cx="9144000" cy="5143500" type="screen16x9"/>
  <p:notesSz cx="6858000" cy="9144000"/>
  <p:embeddedFontLst>
    <p:embeddedFont>
      <p:font typeface="나눔스퀘어라운드 ExtraBold" panose="020B0600000101010101"/>
      <p:bold r:id="rId5"/>
    </p:embeddedFont>
    <p:embeddedFont>
      <p:font typeface="Encode Sans Semi Condensed Light"/>
      <p:regular r:id="rId6"/>
      <p:bold r:id="rId7"/>
    </p:embeddedFont>
    <p:embeddedFont>
      <p:font typeface="Encode Sans Semi Condensed SemiBold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2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DB33F"/>
    <a:srgbClr val="6699FF"/>
    <a:srgbClr val="FF9900"/>
    <a:srgbClr val="99CCFF"/>
    <a:srgbClr val="0033CC"/>
    <a:srgbClr val="003399"/>
    <a:srgbClr val="0066FF"/>
    <a:srgbClr val="3333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70588" autoAdjust="0"/>
  </p:normalViewPr>
  <p:slideViewPr>
    <p:cSldViewPr snapToGrid="0">
      <p:cViewPr varScale="1">
        <p:scale>
          <a:sx n="104" d="100"/>
          <a:sy n="104" d="100"/>
        </p:scale>
        <p:origin x="2268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7026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5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3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Operators</a:t>
            </a:r>
          </a:p>
          <a:p>
            <a:r>
              <a:rPr lang="en-US" altLang="ko-KR" sz="3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: </a:t>
            </a:r>
            <a:r>
              <a:rPr lang="en-US" altLang="ko-KR" sz="3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Transforming an existing sequence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156455"/>
            <a:ext cx="7465202" cy="435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파라미터로 입력되는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Publisher Sequence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들에게서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된 데이터를 결합한다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4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zip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B5326EAC-9C03-468D-905C-33A38CF5D776}"/>
              </a:ext>
            </a:extLst>
          </p:cNvPr>
          <p:cNvSpPr txBox="1">
            <a:spLocks/>
          </p:cNvSpPr>
          <p:nvPr/>
        </p:nvSpPr>
        <p:spPr>
          <a:xfrm>
            <a:off x="1206100" y="1591639"/>
            <a:ext cx="7465202" cy="435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각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Publisher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들이 데이터를 하나씩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할때까지 기다렸다가 결합한다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pic>
        <p:nvPicPr>
          <p:cNvPr id="4" name="그림 3" descr="텍스트, 시계이(가) 표시된 사진&#10;&#10;자동 생성된 설명">
            <a:extLst>
              <a:ext uri="{FF2B5EF4-FFF2-40B4-BE49-F238E27FC236}">
                <a16:creationId xmlns:a16="http://schemas.microsoft.com/office/drawing/2014/main" id="{54D259C0-9C78-7891-91D4-567F6D3B0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869" y="2366886"/>
            <a:ext cx="5104262" cy="257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005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7" grpId="0" uiExpand="1" build="p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6638</TotalTime>
  <Words>35</Words>
  <Application>Microsoft Office PowerPoint</Application>
  <PresentationFormat>화면 슬라이드 쇼(16:9)</PresentationFormat>
  <Paragraphs>7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나눔스퀘어라운드 ExtraBold</vt:lpstr>
      <vt:lpstr>Arial</vt:lpstr>
      <vt:lpstr>Encode Sans Semi Condensed SemiBold</vt:lpstr>
      <vt:lpstr>Encode Sans Semi Condensed Light</vt:lpstr>
      <vt:lpstr>Ferdinand template</vt:lpstr>
      <vt:lpstr>Kevin의 알기 쉬운 </vt:lpstr>
      <vt:lpstr>zip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정식 황</cp:lastModifiedBy>
  <cp:revision>287</cp:revision>
  <dcterms:modified xsi:type="dcterms:W3CDTF">2023-09-04T12:01:50Z</dcterms:modified>
</cp:coreProperties>
</file>