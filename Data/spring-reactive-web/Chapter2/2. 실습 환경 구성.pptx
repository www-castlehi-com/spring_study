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4"/>
  </p:notesMasterIdLst>
  <p:sldIdLst>
    <p:sldId id="256" r:id="rId2"/>
    <p:sldId id="317" r:id="rId3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5"/>
    </p:embeddedFont>
    <p:embeddedFont>
      <p:font typeface="Encode Sans Semi Condensed Light" panose="020B0600000101010101" charset="0"/>
      <p:regular r:id="rId6"/>
      <p:bold r:id="rId7"/>
    </p:embeddedFont>
    <p:embeddedFont>
      <p:font typeface="Encode Sans Semi Condensed SemiBold" panose="00000706000000000000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67947" autoAdjust="0"/>
  </p:normalViewPr>
  <p:slideViewPr>
    <p:cSldViewPr snapToGrid="0">
      <p:cViewPr varScale="1">
        <p:scale>
          <a:sx n="100" d="100"/>
          <a:sy n="100" d="100"/>
        </p:scale>
        <p:origin x="1776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653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실습 환경 구성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실습을 위한 </a:t>
            </a:r>
            <a:r>
              <a:rPr lang="en-US" altLang="ko-KR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JDK </a:t>
            </a: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및 </a:t>
            </a:r>
            <a:r>
              <a:rPr lang="en-US" altLang="ko-KR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Reactor</a:t>
            </a:r>
            <a:r>
              <a:rPr lang="ko-KR" altLang="en-US" sz="24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사양</a:t>
            </a:r>
          </a:p>
        </p:txBody>
      </p:sp>
      <p:sp>
        <p:nvSpPr>
          <p:cNvPr id="4" name="Google Shape;168;p16">
            <a:extLst>
              <a:ext uri="{FF2B5EF4-FFF2-40B4-BE49-F238E27FC236}">
                <a16:creationId xmlns:a16="http://schemas.microsoft.com/office/drawing/2014/main" id="{42B3B5A6-4566-9C16-5001-2392C00984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683326" y="1938964"/>
            <a:ext cx="6987975" cy="46595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 algn="l" rtl="0">
              <a:spcBef>
                <a:spcPts val="600"/>
              </a:spcBef>
              <a:spcAft>
                <a:spcPts val="0"/>
              </a:spcAft>
              <a:buSzPts val="2400"/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JDK 1.8+</a:t>
            </a:r>
          </a:p>
        </p:txBody>
      </p:sp>
      <p:sp>
        <p:nvSpPr>
          <p:cNvPr id="5" name="Google Shape;168;p16">
            <a:extLst>
              <a:ext uri="{FF2B5EF4-FFF2-40B4-BE49-F238E27FC236}">
                <a16:creationId xmlns:a16="http://schemas.microsoft.com/office/drawing/2014/main" id="{76A5AC16-F12C-A037-4A45-45C36433723F}"/>
              </a:ext>
            </a:extLst>
          </p:cNvPr>
          <p:cNvSpPr txBox="1">
            <a:spLocks/>
          </p:cNvSpPr>
          <p:nvPr/>
        </p:nvSpPr>
        <p:spPr>
          <a:xfrm>
            <a:off x="1683326" y="2402482"/>
            <a:ext cx="6987976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 Core: 3.4.0+</a:t>
            </a: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81A03144-D235-4674-E69B-1A8130B7D915}"/>
              </a:ext>
            </a:extLst>
          </p:cNvPr>
          <p:cNvSpPr txBox="1">
            <a:spLocks/>
          </p:cNvSpPr>
          <p:nvPr/>
        </p:nvSpPr>
        <p:spPr>
          <a:xfrm>
            <a:off x="1206100" y="1515713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Boot 3.0 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이하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641D7F33-A6C1-A9E5-F67E-619F765925F6}"/>
              </a:ext>
            </a:extLst>
          </p:cNvPr>
          <p:cNvSpPr txBox="1">
            <a:spLocks/>
          </p:cNvSpPr>
          <p:nvPr/>
        </p:nvSpPr>
        <p:spPr>
          <a:xfrm>
            <a:off x="1683326" y="3479524"/>
            <a:ext cx="6987975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JDK </a:t>
            </a:r>
            <a:r>
              <a:rPr lang="en-US" altLang="ko-KR" sz="14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17+</a:t>
            </a:r>
          </a:p>
        </p:txBody>
      </p:sp>
      <p:sp>
        <p:nvSpPr>
          <p:cNvPr id="13" name="Google Shape;168;p16">
            <a:extLst>
              <a:ext uri="{FF2B5EF4-FFF2-40B4-BE49-F238E27FC236}">
                <a16:creationId xmlns:a16="http://schemas.microsoft.com/office/drawing/2014/main" id="{CC541812-44C1-EE45-DE61-796584F9CA1D}"/>
              </a:ext>
            </a:extLst>
          </p:cNvPr>
          <p:cNvSpPr txBox="1">
            <a:spLocks/>
          </p:cNvSpPr>
          <p:nvPr/>
        </p:nvSpPr>
        <p:spPr>
          <a:xfrm>
            <a:off x="1683326" y="3943042"/>
            <a:ext cx="6987976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Reactor Core: </a:t>
            </a:r>
            <a:r>
              <a:rPr lang="en-US" altLang="ko-KR" sz="14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3.5.0+</a:t>
            </a:r>
          </a:p>
        </p:txBody>
      </p:sp>
      <p:sp>
        <p:nvSpPr>
          <p:cNvPr id="15" name="Google Shape;168;p16">
            <a:extLst>
              <a:ext uri="{FF2B5EF4-FFF2-40B4-BE49-F238E27FC236}">
                <a16:creationId xmlns:a16="http://schemas.microsoft.com/office/drawing/2014/main" id="{79790EB2-22D8-7770-926F-362F23752A75}"/>
              </a:ext>
            </a:extLst>
          </p:cNvPr>
          <p:cNvSpPr txBox="1">
            <a:spLocks/>
          </p:cNvSpPr>
          <p:nvPr/>
        </p:nvSpPr>
        <p:spPr>
          <a:xfrm>
            <a:off x="1206100" y="3056273"/>
            <a:ext cx="7465202" cy="465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Boot </a:t>
            </a: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3.0+</a:t>
            </a:r>
          </a:p>
        </p:txBody>
      </p:sp>
    </p:spTree>
    <p:extLst>
      <p:ext uri="{BB962C8B-B14F-4D97-AF65-F5344CB8AC3E}">
        <p14:creationId xmlns:p14="http://schemas.microsoft.com/office/powerpoint/2010/main" val="46811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10" grpId="0"/>
      <p:bldP spid="12" grpId="0"/>
      <p:bldP spid="13" grpId="0"/>
      <p:bldP spid="15" grpId="0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7490</TotalTime>
  <Words>41</Words>
  <Application>Microsoft Office PowerPoint</Application>
  <PresentationFormat>화면 슬라이드 쇼(16:9)</PresentationFormat>
  <Paragraphs>10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Encode Sans Semi Condensed SemiBold</vt:lpstr>
      <vt:lpstr>Encode Sans Semi Condensed Light</vt:lpstr>
      <vt:lpstr>Arial</vt:lpstr>
      <vt:lpstr>나눔스퀘어라운드 ExtraBold</vt:lpstr>
      <vt:lpstr>Ferdinand template</vt:lpstr>
      <vt:lpstr>Kevin의 알기 쉬운 </vt:lpstr>
      <vt:lpstr>실습을 위한 JDK 및 Reactor 사양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 정식</cp:lastModifiedBy>
  <cp:revision>287</cp:revision>
  <dcterms:modified xsi:type="dcterms:W3CDTF">2023-06-29T14:43:09Z</dcterms:modified>
</cp:coreProperties>
</file>