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3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59184" autoAdjust="0"/>
  </p:normalViewPr>
  <p:slideViewPr>
    <p:cSldViewPr snapToGrid="0">
      <p:cViewPr varScale="1">
        <p:scale>
          <a:sx n="87" d="100"/>
          <a:sy n="87" d="100"/>
        </p:scale>
        <p:origin x="274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66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Handling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error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100" y="1317106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지정된 에러로 종료하는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또는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생성합니다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738899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Java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throw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키워드를 사용해 예외를 의도적으로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throw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하는것처럼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Error signal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전송한다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9" name="그림 8" descr="텍스트, 라인, 스크린샷, 폰트이(가) 표시된 사진&#10;&#10;자동 생성된 설명">
            <a:extLst>
              <a:ext uri="{FF2B5EF4-FFF2-40B4-BE49-F238E27FC236}">
                <a16:creationId xmlns:a16="http://schemas.microsoft.com/office/drawing/2014/main" id="{AFE90442-B9A6-9A98-780E-23D37ACD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87" y="2964533"/>
            <a:ext cx="4604426" cy="182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4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6808</TotalTime>
  <Words>38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Light</vt:lpstr>
      <vt:lpstr>나눔스퀘어라운드 ExtraBold</vt:lpstr>
      <vt:lpstr>Arial</vt:lpstr>
      <vt:lpstr>Encode Sans Semi Condensed SemiBold</vt:lpstr>
      <vt:lpstr>Ferdinand template</vt:lpstr>
      <vt:lpstr>Kevin의 알기 쉬운 </vt:lpstr>
      <vt:lpstr>error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295</cp:revision>
  <dcterms:modified xsi:type="dcterms:W3CDTF">2023-11-17T15:06:28Z</dcterms:modified>
</cp:coreProperties>
</file>