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18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8391" autoAdjust="0"/>
  </p:normalViewPr>
  <p:slideViewPr>
    <p:cSldViewPr snapToGrid="0">
      <p:cViewPr varScale="1">
        <p:scale>
          <a:sx n="115" d="100"/>
          <a:sy n="115" d="100"/>
        </p:scale>
        <p:origin x="193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mapper Function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사용하여 변환한 후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map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 Operator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내부에서 에러 발생 시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종료되지 않고 계속 진행 되도록 하는것이 가능하다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7A1D76-8D7A-855D-D0C3-06041119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770" y="2777578"/>
            <a:ext cx="3939988" cy="20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6492</TotalTime>
  <Words>49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Arial</vt:lpstr>
      <vt:lpstr>Encode Sans Semi Condensed SemiBold</vt:lpstr>
      <vt:lpstr>Encode Sans Semi Condensed Light</vt:lpstr>
      <vt:lpstr>Ferdinand template</vt:lpstr>
      <vt:lpstr>Kevin의 알기 쉬운 </vt:lpstr>
      <vt:lpstr>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278</cp:revision>
  <dcterms:modified xsi:type="dcterms:W3CDTF">2023-08-17T14:08:15Z</dcterms:modified>
</cp:coreProperties>
</file>