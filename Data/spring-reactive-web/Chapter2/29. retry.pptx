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319" r:id="rId2"/>
    <p:sldId id="325" r:id="rId3"/>
    <p:sldId id="284" r:id="rId4"/>
  </p:sldIdLst>
  <p:sldSz cx="9144000" cy="5143500" type="screen16x9"/>
  <p:notesSz cx="6858000" cy="9144000"/>
  <p:embeddedFontLst>
    <p:embeddedFont>
      <p:font typeface="나눔고딕 ExtraBold" panose="020B0600000101010101" charset="-127"/>
      <p:bold r:id="rId6"/>
    </p:embeddedFon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58223" autoAdjust="0"/>
  </p:normalViewPr>
  <p:slideViewPr>
    <p:cSldViewPr snapToGrid="0">
      <p:cViewPr varScale="1">
        <p:scale>
          <a:sx n="85" d="100"/>
          <a:sy n="85" d="100"/>
        </p:scale>
        <p:origin x="280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721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Handling errors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retry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7891429C-7303-35E9-DF2B-98D3DFD4C141}"/>
              </a:ext>
            </a:extLst>
          </p:cNvPr>
          <p:cNvSpPr txBox="1">
            <a:spLocks/>
          </p:cNvSpPr>
          <p:nvPr/>
        </p:nvSpPr>
        <p:spPr>
          <a:xfrm>
            <a:off x="1206099" y="1193259"/>
            <a:ext cx="7890835" cy="670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데이터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중 에러가 발생하면 파라미터로 입력한 횟수만큼 원본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Sequence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다시 구독한다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 </a:t>
            </a: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65131A48-21F0-D36C-6192-B3F6923B52A2}"/>
              </a:ext>
            </a:extLst>
          </p:cNvPr>
          <p:cNvSpPr txBox="1">
            <a:spLocks/>
          </p:cNvSpPr>
          <p:nvPr/>
        </p:nvSpPr>
        <p:spPr>
          <a:xfrm>
            <a:off x="1206100" y="1914332"/>
            <a:ext cx="7465202" cy="36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즉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원본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데이터를 처음부터 다시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5" name="그림 4" descr="도표, 텍스트, 스크린샷, 라인이(가) 표시된 사진&#10;&#10;자동 생성된 설명">
            <a:extLst>
              <a:ext uri="{FF2B5EF4-FFF2-40B4-BE49-F238E27FC236}">
                <a16:creationId xmlns:a16="http://schemas.microsoft.com/office/drawing/2014/main" id="{F65A22A4-A664-604E-E4DA-B5DB98F63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625" y="2717445"/>
            <a:ext cx="3896750" cy="219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7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Operators</a:t>
            </a:r>
          </a:p>
          <a:p>
            <a:pPr algn="ctr"/>
            <a:r>
              <a:rPr lang="en-US" altLang="ko-KR" sz="3600">
                <a:solidFill>
                  <a:srgbClr val="6666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Splitting a Flux</a:t>
            </a:r>
            <a:endParaRPr lang="ko-KR" altLang="en-US" sz="3600">
              <a:solidFill>
                <a:srgbClr val="6666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  <a:endParaRPr lang="en-US" altLang="ko-KR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https://github.com/ITVillage-Kevin/spring-reactive-02</a:t>
            </a:r>
            <a:endParaRPr lang="ko-KR" altLang="en-US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6859</TotalTime>
  <Words>62</Words>
  <Application>Microsoft Office PowerPoint</Application>
  <PresentationFormat>화면 슬라이드 쇼(16:9)</PresentationFormat>
  <Paragraphs>12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Encode Sans Semi Condensed Light</vt:lpstr>
      <vt:lpstr>나눔스퀘어라운드 ExtraBold</vt:lpstr>
      <vt:lpstr>Arial</vt:lpstr>
      <vt:lpstr>나눔고딕 ExtraBold</vt:lpstr>
      <vt:lpstr>Encode Sans Semi Condensed SemiBold</vt:lpstr>
      <vt:lpstr>Ferdinand template</vt:lpstr>
      <vt:lpstr>Kevin의 알기 쉬운 </vt:lpstr>
      <vt:lpstr>retry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301</cp:revision>
  <dcterms:modified xsi:type="dcterms:W3CDTF">2023-12-30T12:00:26Z</dcterms:modified>
</cp:coreProperties>
</file>