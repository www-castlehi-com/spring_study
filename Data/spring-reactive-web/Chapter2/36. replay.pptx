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29" r:id="rId2"/>
    <p:sldId id="326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5030" autoAdjust="0"/>
  </p:normalViewPr>
  <p:slideViewPr>
    <p:cSldViewPr snapToGrid="0">
      <p:cViewPr varScale="1">
        <p:scale>
          <a:sx n="110" d="100"/>
          <a:sy n="110" d="100"/>
        </p:scale>
        <p:origin x="208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051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Multicasting a Flux to several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replay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92B87EFC-8E74-23C8-0F8F-D85D5BD71E5E}"/>
              </a:ext>
            </a:extLst>
          </p:cNvPr>
          <p:cNvSpPr txBox="1">
            <a:spLocks/>
          </p:cNvSpPr>
          <p:nvPr/>
        </p:nvSpPr>
        <p:spPr>
          <a:xfrm>
            <a:off x="105767" y="1953835"/>
            <a:ext cx="4183845" cy="63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구독 시점에 즉시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하지 않고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connect()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호출하는 시점에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16E8580B-7AAD-94E9-B7D2-AF6EC5E9C181}"/>
              </a:ext>
            </a:extLst>
          </p:cNvPr>
          <p:cNvSpPr txBox="1">
            <a:spLocks/>
          </p:cNvSpPr>
          <p:nvPr/>
        </p:nvSpPr>
        <p:spPr>
          <a:xfrm>
            <a:off x="105766" y="2810868"/>
            <a:ext cx="4327477" cy="63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구독 시점 이 전에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다시 전달 받을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680EAFD-D775-82F0-8DB9-DA3FC8015D93}"/>
              </a:ext>
            </a:extLst>
          </p:cNvPr>
          <p:cNvGrpSpPr/>
          <p:nvPr/>
        </p:nvGrpSpPr>
        <p:grpSpPr>
          <a:xfrm>
            <a:off x="4710757" y="1191900"/>
            <a:ext cx="3330584" cy="3906277"/>
            <a:chOff x="4715338" y="1241829"/>
            <a:chExt cx="3330584" cy="3906277"/>
          </a:xfrm>
        </p:grpSpPr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DAA363A5-FF25-CC49-13A3-B8D41E153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15338" y="1241829"/>
              <a:ext cx="3330584" cy="363484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0B697F-E924-ECE0-0841-54F31651B37A}"/>
                </a:ext>
              </a:extLst>
            </p:cNvPr>
            <p:cNvSpPr txBox="1"/>
            <p:nvPr/>
          </p:nvSpPr>
          <p:spPr>
            <a:xfrm>
              <a:off x="4858971" y="4932662"/>
              <a:ext cx="30433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[</a:t>
              </a:r>
              <a:r>
                <a:rPr lang="ko-KR" altLang="en-US" sz="800">
                  <a:latin typeface="나눔바른고딕" panose="020B0600000101010101" charset="-127"/>
                  <a:ea typeface="나눔바른고딕" panose="020B0600000101010101" charset="-127"/>
                </a:rPr>
                <a:t>출처</a:t>
              </a:r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: reactor-core </a:t>
              </a:r>
              <a:r>
                <a:rPr lang="ko-KR" altLang="en-US" sz="800">
                  <a:latin typeface="나눔바른고딕" panose="020B0600000101010101" charset="-127"/>
                  <a:ea typeface="나눔바른고딕" panose="020B0600000101010101" charset="-127"/>
                </a:rPr>
                <a:t>공식 </a:t>
              </a:r>
              <a:r>
                <a:rPr lang="en-US" altLang="ko-KR" sz="800">
                  <a:latin typeface="나눔바른고딕" panose="020B0600000101010101" charset="-127"/>
                  <a:ea typeface="나눔바른고딕" panose="020B0600000101010101" charset="-127"/>
                </a:rPr>
                <a:t>API Docs]</a:t>
              </a:r>
              <a:endParaRPr lang="ko-KR" altLang="en-US" sz="800">
                <a:latin typeface="나눔바른고딕" panose="020B0600000101010101" charset="-127"/>
                <a:ea typeface="나눔바른고딕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76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  <a:r>
              <a:rPr lang="en-US" altLang="ko-KR" sz="40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!</a:t>
            </a:r>
            <a:endParaRPr lang="ko-KR" altLang="en-US" sz="40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Reactor 2</a:t>
            </a:r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부 강의 끝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6880</TotalTime>
  <Words>76</Words>
  <Application>Microsoft Office PowerPoint</Application>
  <PresentationFormat>화면 슬라이드 쇼(16:9)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나눔스퀘어라운드 ExtraBold</vt:lpstr>
      <vt:lpstr>나눔고딕 ExtraBold</vt:lpstr>
      <vt:lpstr>Encode Sans Semi Condensed SemiBold</vt:lpstr>
      <vt:lpstr>나눔바른고딕</vt:lpstr>
      <vt:lpstr>Arial</vt:lpstr>
      <vt:lpstr>Encode Sans Semi Condensed Light</vt:lpstr>
      <vt:lpstr>Ferdinand template</vt:lpstr>
      <vt:lpstr>Kevin의 알기 쉬운 </vt:lpstr>
      <vt:lpstr>replay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300</cp:revision>
  <dcterms:modified xsi:type="dcterms:W3CDTF">2023-12-30T12:01:38Z</dcterms:modified>
</cp:coreProperties>
</file>