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5"/>
  </p:notesMasterIdLst>
  <p:sldIdLst>
    <p:sldId id="319" r:id="rId2"/>
    <p:sldId id="320" r:id="rId3"/>
    <p:sldId id="321" r:id="rId4"/>
  </p:sldIdLst>
  <p:sldSz cx="9144000" cy="5143500" type="screen16x9"/>
  <p:notesSz cx="6858000" cy="9144000"/>
  <p:embeddedFontLst>
    <p:embeddedFont>
      <p:font typeface="나눔스퀘어라운드 ExtraBold" panose="020B0600000101010101" charset="-127"/>
      <p:bold r:id="rId6"/>
    </p:embeddedFont>
    <p:embeddedFont>
      <p:font typeface="Encode Sans Semi Condensed Light" panose="020B0600000101010101" charset="0"/>
      <p:regular r:id="rId7"/>
      <p:bold r:id="rId8"/>
    </p:embeddedFont>
    <p:embeddedFont>
      <p:font typeface="Encode Sans Semi Condensed SemiBold" panose="00000706000000000000" charset="0"/>
      <p:regular r:id="rId9"/>
      <p:bold r:id="rId10"/>
    </p:embeddedFont>
    <p:embeddedFont>
      <p:font typeface="나눔바른고딕" panose="020B0603020101020101" pitchFamily="50" charset="-127"/>
      <p:regular r:id="rId11"/>
      <p:bold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2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  <a:srgbClr val="6DB33F"/>
    <a:srgbClr val="6699FF"/>
    <a:srgbClr val="FF9900"/>
    <a:srgbClr val="99CCFF"/>
    <a:srgbClr val="0033CC"/>
    <a:srgbClr val="003399"/>
    <a:srgbClr val="0066FF"/>
    <a:srgbClr val="3333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41" autoAdjust="0"/>
    <p:restoredTop sz="82577" autoAdjust="0"/>
  </p:normalViewPr>
  <p:slideViewPr>
    <p:cSldViewPr snapToGrid="0">
      <p:cViewPr varScale="1">
        <p:scale>
          <a:sx n="121" d="100"/>
          <a:sy n="121" d="100"/>
        </p:scale>
        <p:origin x="1758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viewProps" Target="viewProp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49001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171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4356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Operators</a:t>
            </a:r>
          </a:p>
          <a:p>
            <a:r>
              <a:rPr lang="en-US" altLang="ko-KR" sz="3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: Transforming an existing sequence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68;p16">
            <a:extLst>
              <a:ext uri="{FF2B5EF4-FFF2-40B4-BE49-F238E27FC236}">
                <a16:creationId xmlns:a16="http://schemas.microsoft.com/office/drawing/2014/main" id="{803E2E8C-C2A7-4856-B22D-CCAFC535AE8D}"/>
              </a:ext>
            </a:extLst>
          </p:cNvPr>
          <p:cNvSpPr txBox="1">
            <a:spLocks/>
          </p:cNvSpPr>
          <p:nvPr/>
        </p:nvSpPr>
        <p:spPr>
          <a:xfrm>
            <a:off x="1206100" y="1156455"/>
            <a:ext cx="7465202" cy="368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Mono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Complete Signal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과 파라미터로 입력된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Publisher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Complete Signal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을 결합하여 새로운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Mono&lt;Void&gt;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로 반환한다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endParaRPr lang="en-US" altLang="ko-KR" sz="16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and</a:t>
            </a: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B5326EAC-9C03-468D-905C-33A38CF5D776}"/>
              </a:ext>
            </a:extLst>
          </p:cNvPr>
          <p:cNvSpPr txBox="1">
            <a:spLocks/>
          </p:cNvSpPr>
          <p:nvPr/>
        </p:nvSpPr>
        <p:spPr>
          <a:xfrm>
            <a:off x="1206100" y="1807082"/>
            <a:ext cx="7465202" cy="711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즉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, Mono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와 파라미터로 입력된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Publisher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Sequence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가 모두 종료 되었음을 알릴 수 있다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41AF6B4-23FE-491E-9AFD-A9510847A48F}"/>
              </a:ext>
            </a:extLst>
          </p:cNvPr>
          <p:cNvGrpSpPr/>
          <p:nvPr/>
        </p:nvGrpSpPr>
        <p:grpSpPr>
          <a:xfrm>
            <a:off x="2133601" y="2518885"/>
            <a:ext cx="4395216" cy="2593851"/>
            <a:chOff x="2133601" y="2518885"/>
            <a:chExt cx="4395216" cy="259385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F8E6B2F-E869-43E3-8E03-9960215D0958}"/>
                </a:ext>
              </a:extLst>
            </p:cNvPr>
            <p:cNvSpPr txBox="1"/>
            <p:nvPr/>
          </p:nvSpPr>
          <p:spPr>
            <a:xfrm>
              <a:off x="2133601" y="4897292"/>
              <a:ext cx="43952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[</a:t>
              </a:r>
              <a:r>
                <a:rPr lang="ko-KR" altLang="en-US" sz="80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출처</a:t>
              </a:r>
              <a:r>
                <a:rPr lang="en-US" altLang="ko-KR" sz="80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: reactor-core </a:t>
              </a:r>
              <a:r>
                <a:rPr lang="ko-KR" altLang="en-US" sz="80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공식 </a:t>
              </a:r>
              <a:r>
                <a:rPr lang="en-US" altLang="ko-KR" sz="80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API Docs]</a:t>
              </a:r>
              <a:endParaRPr lang="ko-KR" altLang="en-US" sz="80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pic>
          <p:nvPicPr>
            <p:cNvPr id="3" name="그래픽 2">
              <a:extLst>
                <a:ext uri="{FF2B5EF4-FFF2-40B4-BE49-F238E27FC236}">
                  <a16:creationId xmlns:a16="http://schemas.microsoft.com/office/drawing/2014/main" id="{DA93B3B1-3BFA-4BE0-9FE0-7941E07AA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616543" y="2518885"/>
              <a:ext cx="3610592" cy="23784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10268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7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68;p16">
            <a:extLst>
              <a:ext uri="{FF2B5EF4-FFF2-40B4-BE49-F238E27FC236}">
                <a16:creationId xmlns:a16="http://schemas.microsoft.com/office/drawing/2014/main" id="{803E2E8C-C2A7-4856-B22D-CCAFC535AE8D}"/>
              </a:ext>
            </a:extLst>
          </p:cNvPr>
          <p:cNvSpPr txBox="1">
            <a:spLocks/>
          </p:cNvSpPr>
          <p:nvPr/>
        </p:nvSpPr>
        <p:spPr>
          <a:xfrm>
            <a:off x="1206100" y="1156455"/>
            <a:ext cx="7465202" cy="368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파라미터로 입력된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Publisher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들의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Complete Signal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을 결합하여 새로운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Mono&lt;Void&gt;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로 반환한다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endParaRPr lang="en-US" altLang="ko-KR" sz="16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when</a:t>
            </a: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B5326EAC-9C03-468D-905C-33A38CF5D776}"/>
              </a:ext>
            </a:extLst>
          </p:cNvPr>
          <p:cNvSpPr txBox="1">
            <a:spLocks/>
          </p:cNvSpPr>
          <p:nvPr/>
        </p:nvSpPr>
        <p:spPr>
          <a:xfrm>
            <a:off x="1206100" y="1807082"/>
            <a:ext cx="7465202" cy="711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즉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,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파라미터로 입력된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Publisher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들의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Sequence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가 모두 종료 되었음을 알릴 수 있다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D981E17D-9E75-48CA-BA77-241A57488BA0}"/>
              </a:ext>
            </a:extLst>
          </p:cNvPr>
          <p:cNvGrpSpPr/>
          <p:nvPr/>
        </p:nvGrpSpPr>
        <p:grpSpPr>
          <a:xfrm>
            <a:off x="2133601" y="2518885"/>
            <a:ext cx="4395216" cy="2593851"/>
            <a:chOff x="2133601" y="2518885"/>
            <a:chExt cx="4395216" cy="259385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F8E6B2F-E869-43E3-8E03-9960215D0958}"/>
                </a:ext>
              </a:extLst>
            </p:cNvPr>
            <p:cNvSpPr txBox="1"/>
            <p:nvPr/>
          </p:nvSpPr>
          <p:spPr>
            <a:xfrm>
              <a:off x="2133601" y="4897292"/>
              <a:ext cx="43952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[</a:t>
              </a:r>
              <a:r>
                <a:rPr lang="ko-KR" altLang="en-US" sz="80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출처</a:t>
              </a:r>
              <a:r>
                <a:rPr lang="en-US" altLang="ko-KR" sz="80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: reactor-core </a:t>
              </a:r>
              <a:r>
                <a:rPr lang="ko-KR" altLang="en-US" sz="80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공식 </a:t>
              </a:r>
              <a:r>
                <a:rPr lang="en-US" altLang="ko-KR" sz="80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API Docs]</a:t>
              </a:r>
              <a:endParaRPr lang="ko-KR" altLang="en-US" sz="80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pic>
          <p:nvPicPr>
            <p:cNvPr id="5" name="그래픽 4">
              <a:extLst>
                <a:ext uri="{FF2B5EF4-FFF2-40B4-BE49-F238E27FC236}">
                  <a16:creationId xmlns:a16="http://schemas.microsoft.com/office/drawing/2014/main" id="{C9AC8A29-146F-43E5-B166-AFCF40774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56014" y="2518885"/>
              <a:ext cx="4298574" cy="23963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35069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7" grpId="0" uiExpand="1" build="p"/>
    </p:bldLst>
  </p:timing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6724</TotalTime>
  <Words>101</Words>
  <Application>Microsoft Office PowerPoint</Application>
  <PresentationFormat>화면 슬라이드 쇼(16:9)</PresentationFormat>
  <Paragraphs>12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나눔바른고딕</vt:lpstr>
      <vt:lpstr>Encode Sans Semi Condensed SemiBold</vt:lpstr>
      <vt:lpstr>Arial</vt:lpstr>
      <vt:lpstr>Encode Sans Semi Condensed Light</vt:lpstr>
      <vt:lpstr>나눔스퀘어라운드 ExtraBold</vt:lpstr>
      <vt:lpstr>Ferdinand template</vt:lpstr>
      <vt:lpstr>Kevin의 알기 쉬운 </vt:lpstr>
      <vt:lpstr>and</vt:lpstr>
      <vt:lpstr>when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정식 황</cp:lastModifiedBy>
  <cp:revision>288</cp:revision>
  <dcterms:modified xsi:type="dcterms:W3CDTF">2023-09-07T13:49:12Z</dcterms:modified>
</cp:coreProperties>
</file>