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319" r:id="rId2"/>
    <p:sldId id="320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88588" autoAdjust="0"/>
  </p:normalViewPr>
  <p:slideViewPr>
    <p:cSldViewPr snapToGrid="0">
      <p:cViewPr varScale="1">
        <p:scale>
          <a:sx n="130" d="100"/>
          <a:sy n="130" d="100"/>
        </p:scale>
        <p:origin x="1518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963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Creating a new sequence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214340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파라미터로 입력받은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resource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생성한다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endParaRPr lang="en-US" altLang="ko-KR" sz="14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using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624157"/>
            <a:ext cx="7465202" cy="474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onComplete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또는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onError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후에 원본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resource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해제할 수 있다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82C3E04-B309-0E14-816A-321F2CA65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756" y="2355626"/>
            <a:ext cx="3257550" cy="260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7362"/>
      </p:ext>
    </p:extLst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6757</TotalTime>
  <Words>34</Words>
  <Application>Microsoft Office PowerPoint</Application>
  <PresentationFormat>화면 슬라이드 쇼(16:9)</PresentationFormat>
  <Paragraphs>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SemiBold</vt:lpstr>
      <vt:lpstr>Arial</vt:lpstr>
      <vt:lpstr>Encode Sans Semi Condensed Light</vt:lpstr>
      <vt:lpstr>나눔스퀘어라운드 ExtraBold</vt:lpstr>
      <vt:lpstr>Ferdinand template</vt:lpstr>
      <vt:lpstr>Kevin의 알기 쉬운 </vt:lpstr>
      <vt:lpstr>using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267</cp:revision>
  <dcterms:modified xsi:type="dcterms:W3CDTF">2023-07-03T09:25:46Z</dcterms:modified>
</cp:coreProperties>
</file>