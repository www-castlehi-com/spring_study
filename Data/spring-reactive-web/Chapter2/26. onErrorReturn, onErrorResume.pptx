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4" r:id="rId3"/>
    <p:sldId id="323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55582" autoAdjust="0"/>
  </p:normalViewPr>
  <p:slideViewPr>
    <p:cSldViewPr snapToGrid="0">
      <p:cViewPr varScale="1">
        <p:scale>
          <a:sx n="82" d="100"/>
          <a:sy n="82" d="100"/>
        </p:scale>
        <p:origin x="2898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721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66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Handling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onErrorReturn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317106"/>
            <a:ext cx="7890835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에러가 발생했을 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onError signal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전파하지 않고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대체 값을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 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738899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Java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try ~ catch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문의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catch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블록에서 발생한 예외 대신에 대체 값을 리턴 하는 방식과 유사하다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도표, 라인, 스크린샷, 원이(가) 표시된 사진&#10;&#10;자동 생성된 설명">
            <a:extLst>
              <a:ext uri="{FF2B5EF4-FFF2-40B4-BE49-F238E27FC236}">
                <a16:creationId xmlns:a16="http://schemas.microsoft.com/office/drawing/2014/main" id="{2E07FCAA-8F6F-3C67-5D3A-F355CAC0E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105" y="2743251"/>
            <a:ext cx="4625790" cy="216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onErrorResume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317106"/>
            <a:ext cx="7837047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에러가 발생했을 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onError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전파하지 않고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대체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리턴한다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947330"/>
            <a:ext cx="7465202" cy="46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에러로 인해 중단된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다시 재개하는 역할을 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도표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0FE9E09A-184D-F318-AACF-9C02C385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728" y="2571750"/>
            <a:ext cx="3177390" cy="252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4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6848</TotalTime>
  <Words>77</Words>
  <Application>Microsoft Office PowerPoint</Application>
  <PresentationFormat>화면 슬라이드 쇼(16:9)</PresentationFormat>
  <Paragraphs>10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Encode Sans Semi Condensed SemiBold</vt:lpstr>
      <vt:lpstr>Encode Sans Semi Condensed Light</vt:lpstr>
      <vt:lpstr>나눔스퀘어라운드 ExtraBold</vt:lpstr>
      <vt:lpstr>Arial</vt:lpstr>
      <vt:lpstr>Ferdinand template</vt:lpstr>
      <vt:lpstr>Kevin의 알기 쉬운 </vt:lpstr>
      <vt:lpstr>onErrorReturn</vt:lpstr>
      <vt:lpstr>onErrorResume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298</cp:revision>
  <dcterms:modified xsi:type="dcterms:W3CDTF">2023-11-21T13:23:06Z</dcterms:modified>
</cp:coreProperties>
</file>