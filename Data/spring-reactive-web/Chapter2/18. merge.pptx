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21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66627" autoAdjust="0"/>
  </p:normalViewPr>
  <p:slideViewPr>
    <p:cSldViewPr snapToGrid="0">
      <p:cViewPr varScale="1">
        <p:scale>
          <a:sx n="98" d="100"/>
          <a:sy n="98" d="100"/>
        </p:scale>
        <p:origin x="241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494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3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6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Transforming an existing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156454"/>
            <a:ext cx="7465202" cy="65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파라미터로 입력되는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 Sequence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들에게서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데이터를 인터리빙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(interleave)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방식으로 병합한다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merge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807082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concat operator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처럼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lazily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하게 구독하는 것이 아니라 모든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Publisher Sequence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들을 즉시 구독한다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.(subscribed to eagerly)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36729A-E881-2957-1532-120DCA4A0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438" y="2685885"/>
            <a:ext cx="3521124" cy="226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5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6638</TotalTime>
  <Words>49</Words>
  <Application>Microsoft Office PowerPoint</Application>
  <PresentationFormat>화면 슬라이드 쇼(16:9)</PresentationFormat>
  <Paragraphs>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나눔스퀘어라운드 ExtraBold</vt:lpstr>
      <vt:lpstr>Encode Sans Semi Condensed SemiBold</vt:lpstr>
      <vt:lpstr>Arial</vt:lpstr>
      <vt:lpstr>Encode Sans Semi Condensed Light</vt:lpstr>
      <vt:lpstr>Ferdinand template</vt:lpstr>
      <vt:lpstr>Kevin의 알기 쉬운 </vt:lpstr>
      <vt:lpstr>merge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287</cp:revision>
  <dcterms:modified xsi:type="dcterms:W3CDTF">2023-08-31T13:48:25Z</dcterms:modified>
</cp:coreProperties>
</file>