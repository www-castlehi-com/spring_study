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1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56903" autoAdjust="0"/>
  </p:normalViewPr>
  <p:slideViewPr>
    <p:cSldViewPr snapToGrid="0">
      <p:cViewPr varScale="1">
        <p:scale>
          <a:sx n="84" d="100"/>
          <a:sy n="84" d="100"/>
        </p:scale>
        <p:origin x="28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957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Filtering a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4"/>
            <a:ext cx="7465202" cy="65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 중에서 파라미터로 입력받은 숫자만큼만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take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744389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 중에서 파라미터로 입력받은 시간내에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데이터만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BE21607-1DA9-4F7A-83BA-9B257643B911}"/>
              </a:ext>
            </a:extLst>
          </p:cNvPr>
          <p:cNvCxnSpPr/>
          <p:nvPr/>
        </p:nvCxnSpPr>
        <p:spPr>
          <a:xfrm>
            <a:off x="4512653" y="2393499"/>
            <a:ext cx="0" cy="240405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275804E-B1BA-E2C3-A5CA-06FFD1E64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74" y="2375921"/>
            <a:ext cx="3772870" cy="2050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E2D15D-B7F8-9F53-5C82-88FD2B80F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163" y="2346715"/>
            <a:ext cx="3574474" cy="21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3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6545</TotalTime>
  <Words>44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Encode Sans Semi Condensed Light</vt:lpstr>
      <vt:lpstr>Encode Sans Semi Condensed SemiBold</vt:lpstr>
      <vt:lpstr>Arial</vt:lpstr>
      <vt:lpstr>Ferdinand template</vt:lpstr>
      <vt:lpstr>Kevin의 알기 쉬운 </vt:lpstr>
      <vt:lpstr>take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272</cp:revision>
  <dcterms:modified xsi:type="dcterms:W3CDTF">2023-07-28T12:47:49Z</dcterms:modified>
</cp:coreProperties>
</file>