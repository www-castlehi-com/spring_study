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6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0708" autoAdjust="0"/>
  </p:normalViewPr>
  <p:slideViewPr>
    <p:cSldViewPr snapToGrid="0">
      <p:cViewPr varScale="1">
        <p:scale>
          <a:sx n="104" d="100"/>
          <a:sy n="104" d="100"/>
        </p:scale>
        <p:origin x="226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67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Splitting a 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groupBy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58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groupBy(keyMapper)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keyMapper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생성한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기준으로 그룹화 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GroupedFlux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리턴한다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777236"/>
            <a:ext cx="7465202" cy="89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groupBy(keyMapper, valueMapper)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keyMapper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생성한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기준으로 그룹화 한 후에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valueMapper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통해 그룹화 된 데이터를 다른 형태로 가공 처리한 후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9A6C5EF-766D-2222-FBE2-6B91727A29E5}"/>
              </a:ext>
            </a:extLst>
          </p:cNvPr>
          <p:cNvGrpSpPr/>
          <p:nvPr/>
        </p:nvGrpSpPr>
        <p:grpSpPr>
          <a:xfrm>
            <a:off x="503696" y="2735031"/>
            <a:ext cx="7696597" cy="2361670"/>
            <a:chOff x="503696" y="2684870"/>
            <a:chExt cx="7696597" cy="236167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D6FD3BB-0D00-0CAD-46EB-A21626844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597" y="2684870"/>
              <a:ext cx="2813928" cy="1971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E801C54-16D4-F412-965B-20AB595DA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0029" y="2691503"/>
              <a:ext cx="2986182" cy="20923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634848F-2368-85FF-26AE-0F3E7359012D}"/>
                </a:ext>
              </a:extLst>
            </p:cNvPr>
            <p:cNvCxnSpPr>
              <a:cxnSpLocks/>
            </p:cNvCxnSpPr>
            <p:nvPr/>
          </p:nvCxnSpPr>
          <p:spPr>
            <a:xfrm>
              <a:off x="4310743" y="2691503"/>
              <a:ext cx="0" cy="2207176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6EB685-3B24-4064-D7E2-4EF6EA8BE7C6}"/>
                </a:ext>
              </a:extLst>
            </p:cNvPr>
            <p:cNvSpPr txBox="1"/>
            <p:nvPr/>
          </p:nvSpPr>
          <p:spPr>
            <a:xfrm>
              <a:off x="503696" y="4775568"/>
              <a:ext cx="32615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effectLst/>
                  <a:latin typeface="맑은 고딕" panose="020B0503020000020004" pitchFamily="50" charset="-127"/>
                  <a:cs typeface="Times New Roman" panose="02020603050405020304" pitchFamily="18" charset="0"/>
                </a:rPr>
                <a:t>groupBy(keyMapper)</a:t>
              </a:r>
              <a:endParaRPr lang="ko-KR" altLang="en-US" sz="1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C3C049-4193-F204-1F59-1572883E9F2C}"/>
                </a:ext>
              </a:extLst>
            </p:cNvPr>
            <p:cNvSpPr txBox="1"/>
            <p:nvPr/>
          </p:nvSpPr>
          <p:spPr>
            <a:xfrm>
              <a:off x="4938701" y="4800319"/>
              <a:ext cx="32615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effectLst/>
                  <a:latin typeface="맑은 고딕" panose="020B0503020000020004" pitchFamily="50" charset="-127"/>
                  <a:cs typeface="Times New Roman" panose="02020603050405020304" pitchFamily="18" charset="0"/>
                </a:rPr>
                <a:t>groupBy(keyMapper, valueMapper)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77294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28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Operators</a:t>
            </a:r>
          </a:p>
          <a:p>
            <a:pPr algn="ctr"/>
            <a:r>
              <a:rPr lang="en-US" altLang="ko-KR" sz="28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Multicasting a Flux to several Subscribers</a:t>
            </a:r>
            <a:endParaRPr lang="ko-KR" altLang="en-US" sz="28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7298</TotalTime>
  <Words>105</Words>
  <Application>Microsoft Office PowerPoint</Application>
  <PresentationFormat>화면 슬라이드 쇼(16:9)</PresentationFormat>
  <Paragraphs>14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Encode Sans Semi Condensed SemiBold</vt:lpstr>
      <vt:lpstr>Encode Sans Semi Condensed Light</vt:lpstr>
      <vt:lpstr>나눔스퀘어라운드 ExtraBold</vt:lpstr>
      <vt:lpstr>Arial</vt:lpstr>
      <vt:lpstr>나눔고딕 ExtraBold</vt:lpstr>
      <vt:lpstr>Ferdinand template</vt:lpstr>
      <vt:lpstr>Kevin의 알기 쉬운 </vt:lpstr>
      <vt:lpstr>groupBy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310</cp:revision>
  <dcterms:modified xsi:type="dcterms:W3CDTF">2023-12-30T12:01:02Z</dcterms:modified>
</cp:coreProperties>
</file>