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0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4106" autoAdjust="0"/>
  </p:normalViewPr>
  <p:slideViewPr>
    <p:cSldViewPr snapToGrid="0">
      <p:cViewPr varScale="1">
        <p:scale>
          <a:sx n="94" d="100"/>
          <a:sy n="94" d="100"/>
        </p:scale>
        <p:origin x="253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53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4"/>
            <a:ext cx="7465202" cy="40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inner Publisher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통해 변환한다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flatMap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550293"/>
            <a:ext cx="7465202" cy="40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1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대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1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매핑인 반면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flatMap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1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대다 매핑이다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B213B3B0-9F94-42CE-A86B-1C550A74528A}"/>
              </a:ext>
            </a:extLst>
          </p:cNvPr>
          <p:cNvSpPr txBox="1">
            <a:spLocks/>
          </p:cNvSpPr>
          <p:nvPr/>
        </p:nvSpPr>
        <p:spPr>
          <a:xfrm>
            <a:off x="1206100" y="1944132"/>
            <a:ext cx="7465202" cy="40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비동기적으로 동작할 경우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순서를 보장하지 않는다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82AFED-DA17-3A55-BD3F-D7FD00C84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021" y="2438663"/>
            <a:ext cx="3870630" cy="27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3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  <p:bldP spid="9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6654</TotalTime>
  <Words>49</Words>
  <Application>Microsoft Office PowerPoint</Application>
  <PresentationFormat>화면 슬라이드 쇼(16:9)</PresentationFormat>
  <Paragraphs>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Encode Sans Semi Condensed Light</vt:lpstr>
      <vt:lpstr>나눔스퀘어라운드 ExtraBold</vt:lpstr>
      <vt:lpstr>Arial</vt:lpstr>
      <vt:lpstr>Ferdinand template</vt:lpstr>
      <vt:lpstr>Kevin의 알기 쉬운 </vt:lpstr>
      <vt:lpstr>flatMap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280</cp:revision>
  <dcterms:modified xsi:type="dcterms:W3CDTF">2023-08-23T14:18:40Z</dcterms:modified>
</cp:coreProperties>
</file>