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2" r:id="rId3"/>
  </p:sldIdLst>
  <p:sldSz cx="9144000" cy="5143500" type="screen16x9"/>
  <p:notesSz cx="6858000" cy="9144000"/>
  <p:embeddedFontLst>
    <p:embeddedFont>
      <p:font typeface="나눔바른고딕" panose="020B0600000101010101" pitchFamily="50" charset="-127"/>
      <p:regular r:id="rId5"/>
      <p:bold r:id="rId6"/>
    </p:embeddedFont>
    <p:embeddedFont>
      <p:font typeface="나눔스퀘어라운드 ExtraBold" panose="020B0600000101010101" pitchFamily="50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80432" autoAdjust="0"/>
  </p:normalViewPr>
  <p:slideViewPr>
    <p:cSldViewPr snapToGrid="0">
      <p:cViewPr varScale="1">
        <p:scale>
          <a:sx n="121" d="100"/>
          <a:sy n="121" d="100"/>
        </p:scale>
        <p:origin x="17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66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Complete 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과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Error 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만 새로운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Mono&lt;Void&gt;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반환한다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then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Mono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모두 종료 되었음을 알릴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3FB05EA-E49D-4109-A5E5-AF44444931D3}"/>
              </a:ext>
            </a:extLst>
          </p:cNvPr>
          <p:cNvGrpSpPr/>
          <p:nvPr/>
        </p:nvGrpSpPr>
        <p:grpSpPr>
          <a:xfrm>
            <a:off x="2133601" y="2478546"/>
            <a:ext cx="4395216" cy="2634190"/>
            <a:chOff x="2133601" y="2478546"/>
            <a:chExt cx="4395216" cy="26341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8E6B2F-E869-43E3-8E03-9960215D0958}"/>
                </a:ext>
              </a:extLst>
            </p:cNvPr>
            <p:cNvSpPr txBox="1"/>
            <p:nvPr/>
          </p:nvSpPr>
          <p:spPr>
            <a:xfrm>
              <a:off x="2133601" y="4897292"/>
              <a:ext cx="4395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[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출처</a:t>
              </a:r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reactor-core 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공식 </a:t>
              </a:r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API Docs]</a:t>
              </a:r>
              <a:endParaRPr lang="ko-KR" altLang="en-US" sz="8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02D73477-2A8D-4FA7-BEEC-9837E344A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60865" y="2478546"/>
              <a:ext cx="2740688" cy="23873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762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6724</TotalTime>
  <Words>52</Words>
  <Application>Microsoft Office PowerPoint</Application>
  <PresentationFormat>화면 슬라이드 쇼(16:9)</PresentationFormat>
  <Paragraphs>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나눔바른고딕</vt:lpstr>
      <vt:lpstr>나눔스퀘어라운드 ExtraBold</vt:lpstr>
      <vt:lpstr>Encode Sans Semi Condensed Light</vt:lpstr>
      <vt:lpstr>Encode Sans Semi Condensed SemiBold</vt:lpstr>
      <vt:lpstr>Arial</vt:lpstr>
      <vt:lpstr>Ferdinand template</vt:lpstr>
      <vt:lpstr>Kevin의 알기 쉬운 </vt:lpstr>
      <vt:lpstr>then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289</cp:revision>
  <dcterms:modified xsi:type="dcterms:W3CDTF">2023-10-26T13:46:56Z</dcterms:modified>
</cp:coreProperties>
</file>