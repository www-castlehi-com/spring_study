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256" r:id="rId2"/>
    <p:sldId id="314" r:id="rId3"/>
    <p:sldId id="284" r:id="rId4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6"/>
    </p:embeddedFont>
    <p:embeddedFont>
      <p:font typeface="Encode Sans Semi Condensed Light" panose="020B0600000101010101" charset="0"/>
      <p:regular r:id="rId7"/>
      <p:bold r:id="rId8"/>
    </p:embeddedFont>
    <p:embeddedFont>
      <p:font typeface="Encode Sans Semi Condensed SemiBold" panose="00000706000000000000" charset="0"/>
      <p:regular r:id="rId9"/>
      <p:bold r:id="rId10"/>
    </p:embeddedFont>
    <p:embeddedFont>
      <p:font typeface="나눔고딕 ExtraBold" panose="020D0904000000000000" pitchFamily="50" charset="-127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73647" autoAdjust="0"/>
  </p:normalViewPr>
  <p:slideViewPr>
    <p:cSldViewPr snapToGrid="0">
      <p:cViewPr varScale="1">
        <p:scale>
          <a:sx n="110" d="100"/>
          <a:sy n="110" d="100"/>
        </p:scale>
        <p:origin x="208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379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Debugging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439528"/>
            <a:ext cx="7465202" cy="6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또는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발생하는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 event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출력해준다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(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onNext, onError, onComplete, subscriptions, cancellations, requests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)</a:t>
            </a: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C587C4D3-73EC-49B7-905A-216A331DAE57}"/>
              </a:ext>
            </a:extLst>
          </p:cNvPr>
          <p:cNvSpPr txBox="1">
            <a:spLocks/>
          </p:cNvSpPr>
          <p:nvPr/>
        </p:nvSpPr>
        <p:spPr>
          <a:xfrm>
            <a:off x="1206100" y="2247687"/>
            <a:ext cx="7465202" cy="64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여러개의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log()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사용할 수 있으며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마다 전파되는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singal event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확인할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7446CBAA-9AC9-40E4-BF00-594B9922D70A}"/>
              </a:ext>
            </a:extLst>
          </p:cNvPr>
          <p:cNvSpPr txBox="1">
            <a:spLocks/>
          </p:cNvSpPr>
          <p:nvPr/>
        </p:nvSpPr>
        <p:spPr>
          <a:xfrm>
            <a:off x="1206100" y="3055845"/>
            <a:ext cx="7465202" cy="648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Custom Category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입력해서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마다 출력되는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 event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구분할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log( ) operator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사용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07165A51-836E-4673-9128-166A9D417CF0}"/>
              </a:ext>
            </a:extLst>
          </p:cNvPr>
          <p:cNvSpPr txBox="1">
            <a:spLocks/>
          </p:cNvSpPr>
          <p:nvPr/>
        </p:nvSpPr>
        <p:spPr>
          <a:xfrm>
            <a:off x="1206100" y="3864002"/>
            <a:ext cx="7465202" cy="439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에러 발생 시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stacktrace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도 출력해준다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F7E53E29-24A7-4C7C-910A-3B49DA62A8E6}"/>
              </a:ext>
            </a:extLst>
          </p:cNvPr>
          <p:cNvSpPr txBox="1">
            <a:spLocks/>
          </p:cNvSpPr>
          <p:nvPr/>
        </p:nvSpPr>
        <p:spPr>
          <a:xfrm>
            <a:off x="1206100" y="4303059"/>
            <a:ext cx="7465202" cy="439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debug mode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라면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traceback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도 출력해준다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867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 uiExpand="1" build="p"/>
      <p:bldP spid="7" grpId="0" uiExpand="1" build="p"/>
      <p:bldP spid="6" grpId="0" uiExpand="1" build="p"/>
      <p:bldP spid="1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Testing </a:t>
            </a:r>
            <a:endParaRPr lang="ko-KR" altLang="en-US" sz="36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https://github.com/ITVillage-Kevin/spring-reactive-01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5610</TotalTime>
  <Words>101</Words>
  <Application>Microsoft Office PowerPoint</Application>
  <PresentationFormat>화면 슬라이드 쇼(16:9)</PresentationFormat>
  <Paragraphs>13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Encode Sans Semi Condensed Light</vt:lpstr>
      <vt:lpstr>Encode Sans Semi Condensed SemiBold</vt:lpstr>
      <vt:lpstr>나눔고딕 ExtraBold</vt:lpstr>
      <vt:lpstr>Arial</vt:lpstr>
      <vt:lpstr>나눔스퀘어라운드 ExtraBold</vt:lpstr>
      <vt:lpstr>Ferdinand template</vt:lpstr>
      <vt:lpstr>Kevin의 알기 쉬운 </vt:lpstr>
      <vt:lpstr>log( ) operator 사용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240</cp:revision>
  <dcterms:modified xsi:type="dcterms:W3CDTF">2023-01-08T14:32:16Z</dcterms:modified>
</cp:coreProperties>
</file>